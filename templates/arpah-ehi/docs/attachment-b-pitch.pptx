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69" r:id="rId4"/>
    <p:sldMasterId id="2147483720" r:id="rId5"/>
  </p:sldMasterIdLst>
  <p:notesMasterIdLst>
    <p:notesMasterId r:id="rId8"/>
  </p:notesMasterIdLst>
  <p:sldIdLst>
    <p:sldId id="265" r:id="rId6"/>
    <p:sldId id="258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g5K2k7agNkLPuF99PTm24A7SZW2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F34112-2CC8-4503-B581-0E448D1F8F8E}">
  <a:tblStyle styleId="{EEF34112-2CC8-4503-B581-0E448D1F8F8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EEFF0"/>
          </a:solidFill>
        </a:fill>
      </a:tcStyle>
    </a:wholeTbl>
    <a:band1H>
      <a:tcTxStyle/>
      <a:tcStyle>
        <a:tcBdr/>
        <a:fill>
          <a:solidFill>
            <a:srgbClr val="DCDEE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CDEE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23" Type="http://customschemas.google.com/relationships/presentationmetadata" Target="metadata"/><Relationship Id="rId2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ce Rigdon (ARPA-H) [CTR]" userId="6d5453f6-d213-4a38-ac1f-7cba51b1269f" providerId="ADAL" clId="{2D2736C0-C2C5-4E77-9974-6FE0F6BDB239}"/>
    <pc:docChg chg="custSel addSld delSld modSld delMainMaster">
      <pc:chgData name="Grace Rigdon (ARPA-H) [CTR]" userId="6d5453f6-d213-4a38-ac1f-7cba51b1269f" providerId="ADAL" clId="{2D2736C0-C2C5-4E77-9974-6FE0F6BDB239}" dt="2026-09-04T03:36:51.636" v="417" actId="6549"/>
      <pc:docMkLst>
        <pc:docMk/>
      </pc:docMkLst>
      <pc:sldChg chg="modSp mod">
        <pc:chgData name="Grace Rigdon (ARPA-H) [CTR]" userId="6d5453f6-d213-4a38-ac1f-7cba51b1269f" providerId="ADAL" clId="{2D2736C0-C2C5-4E77-9974-6FE0F6BDB239}" dt="2026-09-04T03:36:51.636" v="417" actId="6549"/>
        <pc:sldMkLst>
          <pc:docMk/>
          <pc:sldMk cId="0" sldId="258"/>
        </pc:sldMkLst>
        <pc:spChg chg="mod">
          <ac:chgData name="Grace Rigdon (ARPA-H) [CTR]" userId="6d5453f6-d213-4a38-ac1f-7cba51b1269f" providerId="ADAL" clId="{2D2736C0-C2C5-4E77-9974-6FE0F6BDB239}" dt="2026-09-04T03:36:51.636" v="417" actId="6549"/>
          <ac:spMkLst>
            <pc:docMk/>
            <pc:sldMk cId="0" sldId="258"/>
            <ac:spMk id="875" creationId="{00000000-0000-0000-0000-000000000000}"/>
          </ac:spMkLst>
        </pc:spChg>
      </pc:sldChg>
      <pc:sldChg chg="delSp modSp mod">
        <pc:chgData name="Grace Rigdon (ARPA-H) [CTR]" userId="6d5453f6-d213-4a38-ac1f-7cba51b1269f" providerId="ADAL" clId="{2D2736C0-C2C5-4E77-9974-6FE0F6BDB239}" dt="2026-09-04T03:35:33.201" v="396" actId="478"/>
        <pc:sldMkLst>
          <pc:docMk/>
          <pc:sldMk cId="0" sldId="265"/>
        </pc:sldMkLst>
        <pc:spChg chg="mod">
          <ac:chgData name="Grace Rigdon (ARPA-H) [CTR]" userId="6d5453f6-d213-4a38-ac1f-7cba51b1269f" providerId="ADAL" clId="{2D2736C0-C2C5-4E77-9974-6FE0F6BDB239}" dt="2026-08-10T13:09:51.521" v="390" actId="20577"/>
          <ac:spMkLst>
            <pc:docMk/>
            <pc:sldMk cId="0" sldId="265"/>
            <ac:spMk id="856" creationId="{00000000-0000-0000-0000-000000000000}"/>
          </ac:spMkLst>
        </pc:spChg>
        <pc:spChg chg="del">
          <ac:chgData name="Grace Rigdon (ARPA-H) [CTR]" userId="6d5453f6-d213-4a38-ac1f-7cba51b1269f" providerId="ADAL" clId="{2D2736C0-C2C5-4E77-9974-6FE0F6BDB239}" dt="2026-09-04T03:35:33.201" v="396" actId="478"/>
          <ac:spMkLst>
            <pc:docMk/>
            <pc:sldMk cId="0" sldId="265"/>
            <ac:spMk id="85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+ Content 1Col + Image">
  <p:cSld name="1_Title + Content 1Col + Image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13"/>
          <p:cNvSpPr>
            <a:spLocks noGrp="1"/>
          </p:cNvSpPr>
          <p:nvPr>
            <p:ph type="pic" idx="2"/>
          </p:nvPr>
        </p:nvSpPr>
        <p:spPr>
          <a:xfrm>
            <a:off x="7010400" y="1524000"/>
            <a:ext cx="4616450" cy="44767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44" name="Google Shape;244;p13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5" name="Google Shape;245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3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 txBox="1">
            <a:spLocks noGrp="1"/>
          </p:cNvSpPr>
          <p:nvPr>
            <p:ph type="body" idx="3"/>
          </p:nvPr>
        </p:nvSpPr>
        <p:spPr>
          <a:xfrm>
            <a:off x="571500" y="1524000"/>
            <a:ext cx="59817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128">
          <p15:clr>
            <a:srgbClr val="FBAE40"/>
          </p15:clr>
        </p15:guide>
        <p15:guide id="2" pos="4416">
          <p15:clr>
            <a:srgbClr val="FBAE40"/>
          </p15:clr>
        </p15:guide>
        <p15:guide id="3" pos="4272">
          <p15:clr>
            <a:srgbClr val="FBAE40"/>
          </p15:clr>
        </p15:guide>
        <p15:guide id="4" orient="horz" pos="9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1Col Indigo">
  <p:cSld name="Title + Content 1Col Indigo">
    <p:bg>
      <p:bgPr>
        <a:solidFill>
          <a:schemeClr val="accent2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venir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33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8EC0"/>
              </a:buClr>
              <a:buSzPts val="900"/>
              <a:buFont typeface="Avenir"/>
              <a:buNone/>
              <a:defRPr sz="900" b="0" i="0">
                <a:solidFill>
                  <a:srgbClr val="FD8EC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9" name="Google Shape;259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7252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3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3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3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33"/>
          <p:cNvSpPr txBox="1">
            <a:spLocks noGrp="1"/>
          </p:cNvSpPr>
          <p:nvPr>
            <p:ph type="body" idx="2"/>
          </p:nvPr>
        </p:nvSpPr>
        <p:spPr>
          <a:xfrm>
            <a:off x="571500" y="1524000"/>
            <a:ext cx="1105535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⎯"/>
              <a:defRPr>
                <a:solidFill>
                  <a:schemeClr val="lt1"/>
                </a:solidFill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90"/>
              <a:buChar char="⚬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2Col Indigo">
  <p:cSld name="Title + Content 2Col Indigo">
    <p:bg>
      <p:bgPr>
        <a:solidFill>
          <a:schemeClr val="accent2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5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venir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35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8EC0"/>
              </a:buClr>
              <a:buSzPts val="900"/>
              <a:buFont typeface="Avenir"/>
              <a:buNone/>
              <a:defRPr sz="900" b="0" i="0">
                <a:solidFill>
                  <a:srgbClr val="FD8EC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6" name="Google Shape;27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7252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5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5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p35"/>
          <p:cNvSpPr txBox="1">
            <a:spLocks noGrp="1"/>
          </p:cNvSpPr>
          <p:nvPr>
            <p:ph type="body" idx="2"/>
          </p:nvPr>
        </p:nvSpPr>
        <p:spPr>
          <a:xfrm>
            <a:off x="571500" y="1524000"/>
            <a:ext cx="52959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⎯"/>
              <a:defRPr>
                <a:solidFill>
                  <a:schemeClr val="lt1"/>
                </a:solidFill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90"/>
              <a:buChar char="⚬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35"/>
          <p:cNvSpPr txBox="1">
            <a:spLocks noGrp="1"/>
          </p:cNvSpPr>
          <p:nvPr>
            <p:ph type="body" idx="3"/>
          </p:nvPr>
        </p:nvSpPr>
        <p:spPr>
          <a:xfrm>
            <a:off x="6324600" y="1524000"/>
            <a:ext cx="52959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⎯"/>
              <a:defRPr>
                <a:solidFill>
                  <a:schemeClr val="lt1"/>
                </a:solidFill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90"/>
              <a:buChar char="⚬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  <p15:guide id="4" orient="horz" pos="9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3Col">
  <p:cSld name="Title + Content 3Col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36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85" name="Google Shape;285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6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9" name="Google Shape;289;p36"/>
          <p:cNvSpPr txBox="1">
            <a:spLocks noGrp="1"/>
          </p:cNvSpPr>
          <p:nvPr>
            <p:ph type="body" idx="2"/>
          </p:nvPr>
        </p:nvSpPr>
        <p:spPr>
          <a:xfrm>
            <a:off x="571500" y="1524000"/>
            <a:ext cx="3489325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36"/>
          <p:cNvSpPr txBox="1">
            <a:spLocks noGrp="1"/>
          </p:cNvSpPr>
          <p:nvPr>
            <p:ph type="body" idx="3"/>
          </p:nvPr>
        </p:nvSpPr>
        <p:spPr>
          <a:xfrm>
            <a:off x="4351337" y="1524000"/>
            <a:ext cx="3489325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1" name="Google Shape;291;p36"/>
          <p:cNvSpPr txBox="1">
            <a:spLocks noGrp="1"/>
          </p:cNvSpPr>
          <p:nvPr>
            <p:ph type="body" idx="4"/>
          </p:nvPr>
        </p:nvSpPr>
        <p:spPr>
          <a:xfrm>
            <a:off x="8137525" y="1524000"/>
            <a:ext cx="3480361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40">
          <p15:clr>
            <a:srgbClr val="FBAE40"/>
          </p15:clr>
        </p15:guide>
        <p15:guide id="2" pos="2558">
          <p15:clr>
            <a:srgbClr val="FBAE40"/>
          </p15:clr>
        </p15:guide>
        <p15:guide id="3" pos="2650">
          <p15:clr>
            <a:srgbClr val="FBAE40"/>
          </p15:clr>
        </p15:guide>
        <p15:guide id="4" pos="4938">
          <p15:clr>
            <a:srgbClr val="FBAE40"/>
          </p15:clr>
        </p15:guide>
        <p15:guide id="5" pos="5120">
          <p15:clr>
            <a:srgbClr val="FBAE40"/>
          </p15:clr>
        </p15:guide>
        <p15:guide id="6" pos="5028">
          <p15:clr>
            <a:srgbClr val="FBAE40"/>
          </p15:clr>
        </p15:guide>
        <p15:guide id="7" orient="horz" pos="9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3Col Indigo">
  <p:cSld name="Title + Content 3Col Indigo">
    <p:bg>
      <p:bgPr>
        <a:solidFill>
          <a:schemeClr val="accent2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venir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8EC0"/>
              </a:buClr>
              <a:buSzPts val="900"/>
              <a:buFont typeface="Avenir"/>
              <a:buNone/>
              <a:defRPr sz="900" b="0" i="0">
                <a:solidFill>
                  <a:srgbClr val="FD8EC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95" name="Google Shape;295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7252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7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7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7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9" name="Google Shape;299;p37"/>
          <p:cNvSpPr txBox="1">
            <a:spLocks noGrp="1"/>
          </p:cNvSpPr>
          <p:nvPr>
            <p:ph type="body" idx="2"/>
          </p:nvPr>
        </p:nvSpPr>
        <p:spPr>
          <a:xfrm>
            <a:off x="571500" y="1524000"/>
            <a:ext cx="3489325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⎯"/>
              <a:defRPr>
                <a:solidFill>
                  <a:schemeClr val="lt1"/>
                </a:solidFill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90"/>
              <a:buChar char="⚬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0" name="Google Shape;300;p37"/>
          <p:cNvSpPr txBox="1">
            <a:spLocks noGrp="1"/>
          </p:cNvSpPr>
          <p:nvPr>
            <p:ph type="body" idx="3"/>
          </p:nvPr>
        </p:nvSpPr>
        <p:spPr>
          <a:xfrm>
            <a:off x="4349750" y="1524000"/>
            <a:ext cx="3489325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⎯"/>
              <a:defRPr>
                <a:solidFill>
                  <a:schemeClr val="lt1"/>
                </a:solidFill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90"/>
              <a:buChar char="⚬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1" name="Google Shape;301;p37"/>
          <p:cNvSpPr txBox="1">
            <a:spLocks noGrp="1"/>
          </p:cNvSpPr>
          <p:nvPr>
            <p:ph type="body" idx="4"/>
          </p:nvPr>
        </p:nvSpPr>
        <p:spPr>
          <a:xfrm>
            <a:off x="8131175" y="1524000"/>
            <a:ext cx="3489325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⎯"/>
              <a:defRPr>
                <a:solidFill>
                  <a:schemeClr val="lt1"/>
                </a:solidFill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90"/>
              <a:buChar char="⚬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40">
          <p15:clr>
            <a:srgbClr val="FBAE40"/>
          </p15:clr>
        </p15:guide>
        <p15:guide id="2" pos="2558">
          <p15:clr>
            <a:srgbClr val="FBAE40"/>
          </p15:clr>
        </p15:guide>
        <p15:guide id="3" pos="2650">
          <p15:clr>
            <a:srgbClr val="FBAE40"/>
          </p15:clr>
        </p15:guide>
        <p15:guide id="4" pos="4938">
          <p15:clr>
            <a:srgbClr val="FBAE40"/>
          </p15:clr>
        </p15:guide>
        <p15:guide id="5" pos="5120">
          <p15:clr>
            <a:srgbClr val="FBAE40"/>
          </p15:clr>
        </p15:guide>
        <p15:guide id="6" pos="5028">
          <p15:clr>
            <a:srgbClr val="FBAE40"/>
          </p15:clr>
        </p15:guide>
        <p15:guide id="7" orient="horz" pos="9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1Col + Image Indigo">
  <p:cSld name="Title + Content 1Col + Image Indigo">
    <p:bg>
      <p:bgPr>
        <a:solidFill>
          <a:schemeClr val="accent2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venir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38"/>
          <p:cNvSpPr>
            <a:spLocks noGrp="1"/>
          </p:cNvSpPr>
          <p:nvPr>
            <p:ph type="pic" idx="2"/>
          </p:nvPr>
        </p:nvSpPr>
        <p:spPr>
          <a:xfrm>
            <a:off x="7010400" y="1524000"/>
            <a:ext cx="4616450" cy="447675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8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8EC0"/>
              </a:buClr>
              <a:buSzPts val="900"/>
              <a:buFont typeface="Avenir"/>
              <a:buNone/>
              <a:defRPr sz="900" b="0" i="0">
                <a:solidFill>
                  <a:srgbClr val="FD8EC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06" name="Google Shape;306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7252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8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8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8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p38"/>
          <p:cNvSpPr txBox="1">
            <a:spLocks noGrp="1"/>
          </p:cNvSpPr>
          <p:nvPr>
            <p:ph type="body" idx="3"/>
          </p:nvPr>
        </p:nvSpPr>
        <p:spPr>
          <a:xfrm>
            <a:off x="571500" y="1524000"/>
            <a:ext cx="59817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⎯"/>
              <a:defRPr>
                <a:solidFill>
                  <a:schemeClr val="lt1"/>
                </a:solidFill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90"/>
              <a:buChar char="⚬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128">
          <p15:clr>
            <a:srgbClr val="FBAE40"/>
          </p15:clr>
        </p15:guide>
        <p15:guide id="2" pos="4416">
          <p15:clr>
            <a:srgbClr val="FBAE40"/>
          </p15:clr>
        </p15:guide>
        <p15:guide id="3" pos="4272">
          <p15:clr>
            <a:srgbClr val="FBAE40"/>
          </p15:clr>
        </p15:guide>
        <p15:guide id="4" orient="horz" pos="9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2Col + Image">
  <p:cSld name="Title + Content 2Col + Image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39"/>
          <p:cNvSpPr>
            <a:spLocks noGrp="1"/>
          </p:cNvSpPr>
          <p:nvPr>
            <p:ph type="pic" idx="2"/>
          </p:nvPr>
        </p:nvSpPr>
        <p:spPr>
          <a:xfrm>
            <a:off x="7010400" y="1524000"/>
            <a:ext cx="4616450" cy="44767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4" name="Google Shape;314;p39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15" name="Google Shape;315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9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9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9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" name="Google Shape;319;p39"/>
          <p:cNvSpPr txBox="1">
            <a:spLocks noGrp="1"/>
          </p:cNvSpPr>
          <p:nvPr>
            <p:ph type="body" idx="3"/>
          </p:nvPr>
        </p:nvSpPr>
        <p:spPr>
          <a:xfrm>
            <a:off x="571500" y="1524000"/>
            <a:ext cx="27813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39"/>
          <p:cNvSpPr txBox="1">
            <a:spLocks noGrp="1"/>
          </p:cNvSpPr>
          <p:nvPr>
            <p:ph type="body" idx="4"/>
          </p:nvPr>
        </p:nvSpPr>
        <p:spPr>
          <a:xfrm>
            <a:off x="3810000" y="1524000"/>
            <a:ext cx="27432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128">
          <p15:clr>
            <a:srgbClr val="FBAE40"/>
          </p15:clr>
        </p15:guide>
        <p15:guide id="2" pos="4416">
          <p15:clr>
            <a:srgbClr val="FBAE40"/>
          </p15:clr>
        </p15:guide>
        <p15:guide id="3" pos="2112">
          <p15:clr>
            <a:srgbClr val="FBAE40"/>
          </p15:clr>
        </p15:guide>
        <p15:guide id="4" pos="2400">
          <p15:clr>
            <a:srgbClr val="FBAE40"/>
          </p15:clr>
        </p15:guide>
        <p15:guide id="5" pos="2256">
          <p15:clr>
            <a:srgbClr val="FBAE40"/>
          </p15:clr>
        </p15:guide>
        <p15:guide id="6" pos="4272">
          <p15:clr>
            <a:srgbClr val="FBAE40"/>
          </p15:clr>
        </p15:guide>
        <p15:guide id="7" orient="horz" pos="9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2Col + Image Indigo">
  <p:cSld name="Title + Content 2Col + Image Indigo">
    <p:bg>
      <p:bgPr>
        <a:solidFill>
          <a:schemeClr val="accent2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venir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40"/>
          <p:cNvSpPr>
            <a:spLocks noGrp="1"/>
          </p:cNvSpPr>
          <p:nvPr>
            <p:ph type="pic" idx="2"/>
          </p:nvPr>
        </p:nvSpPr>
        <p:spPr>
          <a:xfrm>
            <a:off x="7010400" y="1524000"/>
            <a:ext cx="4616450" cy="447675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0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8EC0"/>
              </a:buClr>
              <a:buSzPts val="900"/>
              <a:buFont typeface="Avenir"/>
              <a:buNone/>
              <a:defRPr sz="900" b="0" i="0">
                <a:solidFill>
                  <a:srgbClr val="FD8EC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25" name="Google Shape;325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7252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0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0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" name="Google Shape;329;p40"/>
          <p:cNvSpPr txBox="1">
            <a:spLocks noGrp="1"/>
          </p:cNvSpPr>
          <p:nvPr>
            <p:ph type="body" idx="3"/>
          </p:nvPr>
        </p:nvSpPr>
        <p:spPr>
          <a:xfrm>
            <a:off x="571500" y="1524000"/>
            <a:ext cx="27813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⎯"/>
              <a:defRPr>
                <a:solidFill>
                  <a:schemeClr val="lt1"/>
                </a:solidFill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90"/>
              <a:buChar char="⚬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40"/>
          <p:cNvSpPr txBox="1">
            <a:spLocks noGrp="1"/>
          </p:cNvSpPr>
          <p:nvPr>
            <p:ph type="body" idx="4"/>
          </p:nvPr>
        </p:nvSpPr>
        <p:spPr>
          <a:xfrm>
            <a:off x="3810000" y="1524000"/>
            <a:ext cx="27432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⎯"/>
              <a:defRPr>
                <a:solidFill>
                  <a:schemeClr val="lt1"/>
                </a:solidFill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90"/>
              <a:buChar char="⚬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128">
          <p15:clr>
            <a:srgbClr val="FBAE40"/>
          </p15:clr>
        </p15:guide>
        <p15:guide id="2" pos="4416">
          <p15:clr>
            <a:srgbClr val="FBAE40"/>
          </p15:clr>
        </p15:guide>
        <p15:guide id="3" pos="2112">
          <p15:clr>
            <a:srgbClr val="FBAE40"/>
          </p15:clr>
        </p15:guide>
        <p15:guide id="4" pos="2400">
          <p15:clr>
            <a:srgbClr val="FBAE40"/>
          </p15:clr>
        </p15:guide>
        <p15:guide id="5" pos="2256">
          <p15:clr>
            <a:srgbClr val="FBAE40"/>
          </p15:clr>
        </p15:guide>
        <p15:guide id="6" pos="4272">
          <p15:clr>
            <a:srgbClr val="FBAE40"/>
          </p15:clr>
        </p15:guide>
        <p15:guide id="7" orient="horz" pos="9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Quote + Image">
  <p:cSld name="Title + Quote + Image">
    <p:bg>
      <p:bgPr>
        <a:solidFill>
          <a:schemeClr val="lt1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05586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41"/>
          <p:cNvSpPr>
            <a:spLocks noGrp="1"/>
          </p:cNvSpPr>
          <p:nvPr>
            <p:ph type="pic" idx="2"/>
          </p:nvPr>
        </p:nvSpPr>
        <p:spPr>
          <a:xfrm>
            <a:off x="7010400" y="1524000"/>
            <a:ext cx="4616450" cy="447675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41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5" name="Google Shape;335;p41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1"/>
          <p:cNvSpPr txBox="1">
            <a:spLocks noGrp="1"/>
          </p:cNvSpPr>
          <p:nvPr>
            <p:ph type="body" idx="3"/>
          </p:nvPr>
        </p:nvSpPr>
        <p:spPr>
          <a:xfrm>
            <a:off x="571500" y="1524000"/>
            <a:ext cx="5981700" cy="447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venir"/>
              <a:buNone/>
              <a:defRPr sz="40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⎯"/>
              <a:defRPr>
                <a:solidFill>
                  <a:schemeClr val="lt1"/>
                </a:solidFill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90"/>
              <a:buChar char="⚬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7" name="Google Shape;337;p41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1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9" name="Google Shape;339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128">
          <p15:clr>
            <a:srgbClr val="FBAE40"/>
          </p15:clr>
        </p15:guide>
        <p15:guide id="2" pos="4416">
          <p15:clr>
            <a:srgbClr val="FBAE40"/>
          </p15:clr>
        </p15:guide>
        <p15:guide id="3" pos="4272">
          <p15:clr>
            <a:srgbClr val="FBAE40"/>
          </p15:clr>
        </p15:guide>
        <p15:guide id="4" orient="horz" pos="9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Quote + Image Indigo">
  <p:cSld name="Title + Quote + Image Indigo">
    <p:bg>
      <p:bgPr>
        <a:solidFill>
          <a:srgbClr val="000337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05586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venir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42"/>
          <p:cNvSpPr>
            <a:spLocks noGrp="1"/>
          </p:cNvSpPr>
          <p:nvPr>
            <p:ph type="pic" idx="2"/>
          </p:nvPr>
        </p:nvSpPr>
        <p:spPr>
          <a:xfrm>
            <a:off x="7010400" y="1524000"/>
            <a:ext cx="4616450" cy="447675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2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8EC0"/>
              </a:buClr>
              <a:buSzPts val="900"/>
              <a:buFont typeface="Avenir"/>
              <a:buNone/>
              <a:defRPr sz="900" b="0" i="0">
                <a:solidFill>
                  <a:srgbClr val="FD8EC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44" name="Google Shape;344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7252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2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42"/>
          <p:cNvSpPr txBox="1">
            <a:spLocks noGrp="1"/>
          </p:cNvSpPr>
          <p:nvPr>
            <p:ph type="body" idx="3"/>
          </p:nvPr>
        </p:nvSpPr>
        <p:spPr>
          <a:xfrm>
            <a:off x="571500" y="1524000"/>
            <a:ext cx="5981700" cy="447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venir"/>
              <a:buNone/>
              <a:defRPr sz="4000" b="1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⎯"/>
              <a:defRPr>
                <a:solidFill>
                  <a:schemeClr val="lt1"/>
                </a:solidFill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90"/>
              <a:buChar char="⚬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7" name="Google Shape;347;p42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2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128">
          <p15:clr>
            <a:srgbClr val="FBAE40"/>
          </p15:clr>
        </p15:guide>
        <p15:guide id="2" pos="4416">
          <p15:clr>
            <a:srgbClr val="FBAE40"/>
          </p15:clr>
        </p15:guide>
        <p15:guide id="3" pos="4272">
          <p15:clr>
            <a:srgbClr val="FBAE40"/>
          </p15:clr>
        </p15:guide>
        <p15:guide id="4" orient="horz" pos="9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ircles">
  <p:cSld name="Title + 3 Circles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43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52" name="Google Shape;35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3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3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3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" name="Google Shape;356;p43"/>
          <p:cNvSpPr>
            <a:spLocks noGrp="1"/>
          </p:cNvSpPr>
          <p:nvPr>
            <p:ph type="body" idx="2"/>
          </p:nvPr>
        </p:nvSpPr>
        <p:spPr>
          <a:xfrm>
            <a:off x="571500" y="1822450"/>
            <a:ext cx="3429000" cy="3435350"/>
          </a:xfrm>
          <a:prstGeom prst="ellipse">
            <a:avLst/>
          </a:prstGeom>
          <a:solidFill>
            <a:srgbClr val="B7F0FA"/>
          </a:solidFill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7" name="Google Shape;357;p43"/>
          <p:cNvSpPr>
            <a:spLocks noGrp="1"/>
          </p:cNvSpPr>
          <p:nvPr>
            <p:ph type="body" idx="3"/>
          </p:nvPr>
        </p:nvSpPr>
        <p:spPr>
          <a:xfrm>
            <a:off x="4381500" y="1822450"/>
            <a:ext cx="3429000" cy="3435350"/>
          </a:xfrm>
          <a:prstGeom prst="ellipse">
            <a:avLst/>
          </a:prstGeom>
          <a:solidFill>
            <a:srgbClr val="B7F0FA"/>
          </a:solidFill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8" name="Google Shape;358;p43"/>
          <p:cNvSpPr>
            <a:spLocks noGrp="1"/>
          </p:cNvSpPr>
          <p:nvPr>
            <p:ph type="body" idx="4"/>
          </p:nvPr>
        </p:nvSpPr>
        <p:spPr>
          <a:xfrm>
            <a:off x="8188886" y="1822450"/>
            <a:ext cx="3429000" cy="3435350"/>
          </a:xfrm>
          <a:prstGeom prst="ellipse">
            <a:avLst/>
          </a:prstGeom>
          <a:solidFill>
            <a:srgbClr val="B7F0FA"/>
          </a:solidFill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19">
          <p15:clr>
            <a:srgbClr val="FBAE40"/>
          </p15:clr>
        </p15:guide>
        <p15:guide id="2" pos="2753">
          <p15:clr>
            <a:srgbClr val="FBAE40"/>
          </p15:clr>
        </p15:guide>
        <p15:guide id="3" pos="5160">
          <p15:clr>
            <a:srgbClr val="FBAE40"/>
          </p15:clr>
        </p15:guide>
        <p15:guide id="4" pos="4920">
          <p15:clr>
            <a:srgbClr val="FBAE40"/>
          </p15:clr>
        </p15:guide>
        <p15:guide id="5" pos="3840">
          <p15:clr>
            <a:srgbClr val="FBAE40"/>
          </p15:clr>
        </p15:guide>
        <p15:guide id="6" pos="1440">
          <p15:clr>
            <a:srgbClr val="FBAE40"/>
          </p15:clr>
        </p15:guide>
        <p15:guide id="7" pos="6243">
          <p15:clr>
            <a:srgbClr val="FBAE40"/>
          </p15:clr>
        </p15:guide>
        <p15:guide id="8" orient="horz" pos="2232">
          <p15:clr>
            <a:srgbClr val="FBAE40"/>
          </p15:clr>
        </p15:guide>
        <p15:guide id="9" orient="horz" pos="1148">
          <p15:clr>
            <a:srgbClr val="FBAE40"/>
          </p15:clr>
        </p15:guide>
        <p15:guide id="10" orient="horz" pos="331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ircles Indigo">
  <p:cSld name="Title + 3 Circles Indigo">
    <p:bg>
      <p:bgPr>
        <a:solidFill>
          <a:schemeClr val="accent2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4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venir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44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8EC0"/>
              </a:buClr>
              <a:buSzPts val="900"/>
              <a:buFont typeface="Avenir"/>
              <a:buNone/>
              <a:defRPr sz="900" b="0" i="0">
                <a:solidFill>
                  <a:srgbClr val="FD8EC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62" name="Google Shape;362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7252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4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4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4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" name="Google Shape;366;p44"/>
          <p:cNvSpPr>
            <a:spLocks noGrp="1"/>
          </p:cNvSpPr>
          <p:nvPr>
            <p:ph type="body" idx="2"/>
          </p:nvPr>
        </p:nvSpPr>
        <p:spPr>
          <a:xfrm>
            <a:off x="571500" y="1822450"/>
            <a:ext cx="3429000" cy="3435350"/>
          </a:xfrm>
          <a:prstGeom prst="ellipse">
            <a:avLst/>
          </a:prstGeom>
          <a:noFill/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44"/>
          <p:cNvSpPr>
            <a:spLocks noGrp="1"/>
          </p:cNvSpPr>
          <p:nvPr>
            <p:ph type="body" idx="3"/>
          </p:nvPr>
        </p:nvSpPr>
        <p:spPr>
          <a:xfrm>
            <a:off x="4370388" y="1822450"/>
            <a:ext cx="3429000" cy="3435350"/>
          </a:xfrm>
          <a:prstGeom prst="ellipse">
            <a:avLst/>
          </a:prstGeom>
          <a:noFill/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8" name="Google Shape;368;p44"/>
          <p:cNvSpPr>
            <a:spLocks noGrp="1"/>
          </p:cNvSpPr>
          <p:nvPr>
            <p:ph type="body" idx="4"/>
          </p:nvPr>
        </p:nvSpPr>
        <p:spPr>
          <a:xfrm>
            <a:off x="8197850" y="1822450"/>
            <a:ext cx="3429000" cy="3435350"/>
          </a:xfrm>
          <a:prstGeom prst="ellipse">
            <a:avLst/>
          </a:prstGeom>
          <a:noFill/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19">
          <p15:clr>
            <a:srgbClr val="FBAE40"/>
          </p15:clr>
        </p15:guide>
        <p15:guide id="2" pos="2753">
          <p15:clr>
            <a:srgbClr val="FBAE40"/>
          </p15:clr>
        </p15:guide>
        <p15:guide id="3" pos="5160">
          <p15:clr>
            <a:srgbClr val="FBAE40"/>
          </p15:clr>
        </p15:guide>
        <p15:guide id="4" pos="4920">
          <p15:clr>
            <a:srgbClr val="FBAE40"/>
          </p15:clr>
        </p15:guide>
        <p15:guide id="5" pos="3840">
          <p15:clr>
            <a:srgbClr val="FBAE40"/>
          </p15:clr>
        </p15:guide>
        <p15:guide id="6" pos="1440">
          <p15:clr>
            <a:srgbClr val="FBAE40"/>
          </p15:clr>
        </p15:guide>
        <p15:guide id="7" pos="6243">
          <p15:clr>
            <a:srgbClr val="FBAE40"/>
          </p15:clr>
        </p15:guide>
        <p15:guide id="8" orient="horz" pos="2232">
          <p15:clr>
            <a:srgbClr val="FBAE40"/>
          </p15:clr>
        </p15:guide>
        <p15:guide id="9" orient="horz" pos="1148">
          <p15:clr>
            <a:srgbClr val="FBAE40"/>
          </p15:clr>
        </p15:guide>
        <p15:guide id="10" orient="horz" pos="331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+ 3 Sm Circles">
  <p:cSld name="Title + Content + 3 Sm Circles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5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45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72" name="Google Shape;372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5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5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5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6" name="Google Shape;376;p45"/>
          <p:cNvSpPr txBox="1">
            <a:spLocks noGrp="1"/>
          </p:cNvSpPr>
          <p:nvPr>
            <p:ph type="body" idx="2"/>
          </p:nvPr>
        </p:nvSpPr>
        <p:spPr>
          <a:xfrm>
            <a:off x="1550988" y="3886200"/>
            <a:ext cx="2743200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7" name="Google Shape;377;p45"/>
          <p:cNvSpPr txBox="1">
            <a:spLocks noGrp="1"/>
          </p:cNvSpPr>
          <p:nvPr>
            <p:ph type="body" idx="3"/>
          </p:nvPr>
        </p:nvSpPr>
        <p:spPr>
          <a:xfrm>
            <a:off x="4720908" y="3893820"/>
            <a:ext cx="2743200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8" name="Google Shape;378;p45"/>
          <p:cNvSpPr txBox="1">
            <a:spLocks noGrp="1"/>
          </p:cNvSpPr>
          <p:nvPr>
            <p:ph type="body" idx="4"/>
          </p:nvPr>
        </p:nvSpPr>
        <p:spPr>
          <a:xfrm>
            <a:off x="7897812" y="3893820"/>
            <a:ext cx="2743200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9" name="Google Shape;379;p45"/>
          <p:cNvSpPr>
            <a:spLocks noGrp="1"/>
          </p:cNvSpPr>
          <p:nvPr>
            <p:ph type="body" idx="5"/>
          </p:nvPr>
        </p:nvSpPr>
        <p:spPr>
          <a:xfrm>
            <a:off x="2235427" y="2228850"/>
            <a:ext cx="1374321" cy="1371600"/>
          </a:xfrm>
          <a:prstGeom prst="ellipse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0" name="Google Shape;380;p45"/>
          <p:cNvSpPr>
            <a:spLocks noGrp="1"/>
          </p:cNvSpPr>
          <p:nvPr>
            <p:ph type="body" idx="6"/>
          </p:nvPr>
        </p:nvSpPr>
        <p:spPr>
          <a:xfrm>
            <a:off x="5405347" y="2228850"/>
            <a:ext cx="1374321" cy="1371600"/>
          </a:xfrm>
          <a:prstGeom prst="ellipse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1" name="Google Shape;381;p45"/>
          <p:cNvSpPr>
            <a:spLocks noGrp="1"/>
          </p:cNvSpPr>
          <p:nvPr>
            <p:ph type="body" idx="7"/>
          </p:nvPr>
        </p:nvSpPr>
        <p:spPr>
          <a:xfrm>
            <a:off x="8575267" y="2228850"/>
            <a:ext cx="1374321" cy="1371600"/>
          </a:xfrm>
          <a:prstGeom prst="ellipse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2" name="Google Shape;382;p45"/>
          <p:cNvSpPr txBox="1">
            <a:spLocks noGrp="1"/>
          </p:cNvSpPr>
          <p:nvPr>
            <p:ph type="body" idx="8"/>
          </p:nvPr>
        </p:nvSpPr>
        <p:spPr>
          <a:xfrm>
            <a:off x="571500" y="1238480"/>
            <a:ext cx="110553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venir"/>
              <a:buNone/>
              <a:defRPr sz="2000"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972">
          <p15:clr>
            <a:srgbClr val="FBAE40"/>
          </p15:clr>
        </p15:guide>
        <p15:guide id="2" pos="2710">
          <p15:clr>
            <a:srgbClr val="FBAE40"/>
          </p15:clr>
        </p15:guide>
        <p15:guide id="3" pos="2840">
          <p15:clr>
            <a:srgbClr val="FBAE40"/>
          </p15:clr>
        </p15:guide>
        <p15:guide id="4" pos="4703">
          <p15:clr>
            <a:srgbClr val="FBAE40"/>
          </p15:clr>
        </p15:guide>
        <p15:guide id="5" pos="4971">
          <p15:clr>
            <a:srgbClr val="FBAE40"/>
          </p15:clr>
        </p15:guide>
        <p15:guide id="6" pos="4838">
          <p15:clr>
            <a:srgbClr val="FBAE40"/>
          </p15:clr>
        </p15:guide>
        <p15:guide id="7" pos="3840">
          <p15:clr>
            <a:srgbClr val="FBAE40"/>
          </p15:clr>
        </p15:guide>
        <p15:guide id="8" pos="975">
          <p15:clr>
            <a:srgbClr val="FBAE40"/>
          </p15:clr>
        </p15:guide>
        <p15:guide id="9" pos="1841">
          <p15:clr>
            <a:srgbClr val="FBAE40"/>
          </p15:clr>
        </p15:guide>
        <p15:guide id="10" pos="6702">
          <p15:clr>
            <a:srgbClr val="FBAE40"/>
          </p15:clr>
        </p15:guide>
        <p15:guide id="11" pos="5838">
          <p15:clr>
            <a:srgbClr val="FBAE40"/>
          </p15:clr>
        </p15:guide>
        <p15:guide id="12" orient="horz" pos="1136">
          <p15:clr>
            <a:srgbClr val="FBAE40"/>
          </p15:clr>
        </p15:guide>
        <p15:guide id="13" orient="horz" pos="2447">
          <p15:clr>
            <a:srgbClr val="FBAE40"/>
          </p15:clr>
        </p15:guide>
        <p15:guide id="14" orient="horz" pos="2276">
          <p15:clr>
            <a:srgbClr val="FBAE40"/>
          </p15:clr>
        </p15:guide>
        <p15:guide id="15" orient="horz" pos="1842">
          <p15:clr>
            <a:srgbClr val="FBAE40"/>
          </p15:clr>
        </p15:guide>
        <p15:guide id="16" orient="horz" pos="141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+ 4 Med Circles">
  <p:cSld name="Title + Content + 4 Med Circles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6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46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86" name="Google Shape;386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6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6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6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0" name="Google Shape;390;p46"/>
          <p:cNvSpPr txBox="1">
            <a:spLocks noGrp="1"/>
          </p:cNvSpPr>
          <p:nvPr>
            <p:ph type="body" idx="2"/>
          </p:nvPr>
        </p:nvSpPr>
        <p:spPr>
          <a:xfrm>
            <a:off x="1383110" y="4121084"/>
            <a:ext cx="2057400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1pPr>
            <a:lvl2pPr marL="914400" lvl="1" indent="-3048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/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1" name="Google Shape;391;p46"/>
          <p:cNvSpPr>
            <a:spLocks noGrp="1"/>
          </p:cNvSpPr>
          <p:nvPr>
            <p:ph type="body" idx="3"/>
          </p:nvPr>
        </p:nvSpPr>
        <p:spPr>
          <a:xfrm>
            <a:off x="1610123" y="2287730"/>
            <a:ext cx="1603375" cy="1600200"/>
          </a:xfrm>
          <a:prstGeom prst="ellipse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2" name="Google Shape;392;p46"/>
          <p:cNvSpPr>
            <a:spLocks noGrp="1"/>
          </p:cNvSpPr>
          <p:nvPr>
            <p:ph type="body" idx="4"/>
          </p:nvPr>
        </p:nvSpPr>
        <p:spPr>
          <a:xfrm>
            <a:off x="8980885" y="2287730"/>
            <a:ext cx="1603375" cy="1600200"/>
          </a:xfrm>
          <a:prstGeom prst="ellipse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3" name="Google Shape;393;p46"/>
          <p:cNvSpPr>
            <a:spLocks noGrp="1"/>
          </p:cNvSpPr>
          <p:nvPr>
            <p:ph type="body" idx="5"/>
          </p:nvPr>
        </p:nvSpPr>
        <p:spPr>
          <a:xfrm>
            <a:off x="6523965" y="2287730"/>
            <a:ext cx="1603375" cy="1600200"/>
          </a:xfrm>
          <a:prstGeom prst="ellipse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4" name="Google Shape;394;p46"/>
          <p:cNvSpPr>
            <a:spLocks noGrp="1"/>
          </p:cNvSpPr>
          <p:nvPr>
            <p:ph type="body" idx="6"/>
          </p:nvPr>
        </p:nvSpPr>
        <p:spPr>
          <a:xfrm>
            <a:off x="4067044" y="2287730"/>
            <a:ext cx="1603375" cy="1600200"/>
          </a:xfrm>
          <a:prstGeom prst="ellipse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5" name="Google Shape;395;p46"/>
          <p:cNvSpPr txBox="1">
            <a:spLocks noGrp="1"/>
          </p:cNvSpPr>
          <p:nvPr>
            <p:ph type="body" idx="7"/>
          </p:nvPr>
        </p:nvSpPr>
        <p:spPr>
          <a:xfrm>
            <a:off x="3840031" y="4121084"/>
            <a:ext cx="2057400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6" name="Google Shape;396;p46"/>
          <p:cNvSpPr txBox="1">
            <a:spLocks noGrp="1"/>
          </p:cNvSpPr>
          <p:nvPr>
            <p:ph type="body" idx="8"/>
          </p:nvPr>
        </p:nvSpPr>
        <p:spPr>
          <a:xfrm>
            <a:off x="6296952" y="4121084"/>
            <a:ext cx="2057400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7" name="Google Shape;397;p46"/>
          <p:cNvSpPr txBox="1">
            <a:spLocks noGrp="1"/>
          </p:cNvSpPr>
          <p:nvPr>
            <p:ph type="body" idx="9"/>
          </p:nvPr>
        </p:nvSpPr>
        <p:spPr>
          <a:xfrm>
            <a:off x="8751490" y="4121084"/>
            <a:ext cx="2057400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8" name="Google Shape;398;p46"/>
          <p:cNvSpPr txBox="1">
            <a:spLocks noGrp="1"/>
          </p:cNvSpPr>
          <p:nvPr>
            <p:ph type="body" idx="13"/>
          </p:nvPr>
        </p:nvSpPr>
        <p:spPr>
          <a:xfrm>
            <a:off x="571500" y="1238480"/>
            <a:ext cx="110553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venir"/>
              <a:buNone/>
              <a:defRPr sz="2000"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416">
          <p15:clr>
            <a:srgbClr val="FBAE40"/>
          </p15:clr>
        </p15:guide>
        <p15:guide id="2" pos="2560">
          <p15:clr>
            <a:srgbClr val="FBAE40"/>
          </p15:clr>
        </p15:guide>
        <p15:guide id="3" pos="3066">
          <p15:clr>
            <a:srgbClr val="FBAE40"/>
          </p15:clr>
        </p15:guide>
        <p15:guide id="4" pos="4108">
          <p15:clr>
            <a:srgbClr val="FBAE40"/>
          </p15:clr>
        </p15:guide>
        <p15:guide id="5" pos="5120">
          <p15:clr>
            <a:srgbClr val="FBAE40"/>
          </p15:clr>
        </p15:guide>
        <p15:guide id="6" pos="4614">
          <p15:clr>
            <a:srgbClr val="FBAE40"/>
          </p15:clr>
        </p15:guide>
        <p15:guide id="7" pos="3716">
          <p15:clr>
            <a:srgbClr val="FBAE40"/>
          </p15:clr>
        </p15:guide>
        <p15:guide id="8" pos="1012">
          <p15:clr>
            <a:srgbClr val="FBAE40"/>
          </p15:clr>
        </p15:guide>
        <p15:guide id="9" pos="2025">
          <p15:clr>
            <a:srgbClr val="FBAE40"/>
          </p15:clr>
        </p15:guide>
        <p15:guide id="10" pos="7104">
          <p15:clr>
            <a:srgbClr val="FBAE40"/>
          </p15:clr>
        </p15:guide>
        <p15:guide id="11" pos="5655">
          <p15:clr>
            <a:srgbClr val="FBAE40"/>
          </p15:clr>
        </p15:guide>
        <p15:guide id="12" orient="horz" pos="2447">
          <p15:clr>
            <a:srgbClr val="FBAE40"/>
          </p15:clr>
        </p15:guide>
        <p15:guide id="13" orient="horz" pos="2276">
          <p15:clr>
            <a:srgbClr val="FBAE40"/>
          </p15:clr>
        </p15:guide>
        <p15:guide id="14" orient="horz" pos="1944">
          <p15:clr>
            <a:srgbClr val="FBAE40"/>
          </p15:clr>
        </p15:guide>
        <p15:guide id="15" orient="horz" pos="1438">
          <p15:clr>
            <a:srgbClr val="FBAE40"/>
          </p15:clr>
        </p15:guide>
        <p15:guide id="16" pos="576">
          <p15:clr>
            <a:srgbClr val="FBAE40"/>
          </p15:clr>
        </p15:guide>
        <p15:guide id="17" pos="1519">
          <p15:clr>
            <a:srgbClr val="FBAE40"/>
          </p15:clr>
        </p15:guide>
        <p15:guide id="18" pos="6668">
          <p15:clr>
            <a:srgbClr val="FBAE40"/>
          </p15:clr>
        </p15:guide>
        <p15:guide id="19" pos="6161">
          <p15:clr>
            <a:srgbClr val="FBAE40"/>
          </p15:clr>
        </p15:guide>
        <p15:guide id="20" orient="horz" pos="2592">
          <p15:clr>
            <a:srgbClr val="FBAE40"/>
          </p15:clr>
        </p15:guide>
        <p15:guide id="21" pos="6810">
          <p15:clr>
            <a:srgbClr val="FBAE40"/>
          </p15:clr>
        </p15:guide>
        <p15:guide id="22" pos="5510">
          <p15:clr>
            <a:srgbClr val="FBAE40"/>
          </p15:clr>
        </p15:guide>
        <p15:guide id="23" pos="5264">
          <p15:clr>
            <a:srgbClr val="FBAE40"/>
          </p15:clr>
        </p15:guide>
        <p15:guide id="24" pos="3964">
          <p15:clr>
            <a:srgbClr val="FBAE40"/>
          </p15:clr>
        </p15:guide>
        <p15:guide id="25" pos="3456">
          <p15:clr>
            <a:srgbClr val="FBAE40"/>
          </p15:clr>
        </p15:guide>
        <p15:guide id="26" pos="2167">
          <p15:clr>
            <a:srgbClr val="FBAE40"/>
          </p15:clr>
        </p15:guide>
        <p15:guide id="27" pos="87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+ 5 Med Circles">
  <p:cSld name="Title + Content + 5 Med Circles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47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02" name="Google Shape;402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7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7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7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6" name="Google Shape;406;p47"/>
          <p:cNvSpPr txBox="1">
            <a:spLocks noGrp="1"/>
          </p:cNvSpPr>
          <p:nvPr>
            <p:ph type="body" idx="2"/>
          </p:nvPr>
        </p:nvSpPr>
        <p:spPr>
          <a:xfrm>
            <a:off x="801687" y="4121084"/>
            <a:ext cx="1828800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1pPr>
            <a:lvl2pPr marL="914400" lvl="1" indent="-3048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/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7" name="Google Shape;407;p47"/>
          <p:cNvSpPr>
            <a:spLocks noGrp="1"/>
          </p:cNvSpPr>
          <p:nvPr>
            <p:ph type="body" idx="3"/>
          </p:nvPr>
        </p:nvSpPr>
        <p:spPr>
          <a:xfrm>
            <a:off x="914400" y="2287730"/>
            <a:ext cx="1603375" cy="1600200"/>
          </a:xfrm>
          <a:prstGeom prst="ellipse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8" name="Google Shape;408;p47"/>
          <p:cNvSpPr>
            <a:spLocks noGrp="1"/>
          </p:cNvSpPr>
          <p:nvPr>
            <p:ph type="body" idx="4"/>
          </p:nvPr>
        </p:nvSpPr>
        <p:spPr>
          <a:xfrm>
            <a:off x="9674225" y="2287730"/>
            <a:ext cx="1603375" cy="1600200"/>
          </a:xfrm>
          <a:prstGeom prst="ellipse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9" name="Google Shape;409;p47"/>
          <p:cNvSpPr>
            <a:spLocks noGrp="1"/>
          </p:cNvSpPr>
          <p:nvPr>
            <p:ph type="body" idx="5"/>
          </p:nvPr>
        </p:nvSpPr>
        <p:spPr>
          <a:xfrm>
            <a:off x="7484268" y="2287730"/>
            <a:ext cx="1603375" cy="1600200"/>
          </a:xfrm>
          <a:prstGeom prst="ellipse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p47"/>
          <p:cNvSpPr>
            <a:spLocks noGrp="1"/>
          </p:cNvSpPr>
          <p:nvPr>
            <p:ph type="body" idx="6"/>
          </p:nvPr>
        </p:nvSpPr>
        <p:spPr>
          <a:xfrm>
            <a:off x="5294312" y="2287730"/>
            <a:ext cx="1603375" cy="1600200"/>
          </a:xfrm>
          <a:prstGeom prst="ellipse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47"/>
          <p:cNvSpPr>
            <a:spLocks noGrp="1"/>
          </p:cNvSpPr>
          <p:nvPr>
            <p:ph type="body" idx="7"/>
          </p:nvPr>
        </p:nvSpPr>
        <p:spPr>
          <a:xfrm>
            <a:off x="3104356" y="2287730"/>
            <a:ext cx="1603375" cy="1600200"/>
          </a:xfrm>
          <a:prstGeom prst="ellipse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47"/>
          <p:cNvSpPr txBox="1">
            <a:spLocks noGrp="1"/>
          </p:cNvSpPr>
          <p:nvPr>
            <p:ph type="body" idx="8"/>
          </p:nvPr>
        </p:nvSpPr>
        <p:spPr>
          <a:xfrm>
            <a:off x="2991247" y="4121084"/>
            <a:ext cx="1828800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3" name="Google Shape;413;p47"/>
          <p:cNvSpPr txBox="1">
            <a:spLocks noGrp="1"/>
          </p:cNvSpPr>
          <p:nvPr>
            <p:ph type="body" idx="9"/>
          </p:nvPr>
        </p:nvSpPr>
        <p:spPr>
          <a:xfrm>
            <a:off x="5180807" y="4121084"/>
            <a:ext cx="1828800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4" name="Google Shape;414;p47"/>
          <p:cNvSpPr txBox="1">
            <a:spLocks noGrp="1"/>
          </p:cNvSpPr>
          <p:nvPr>
            <p:ph type="body" idx="13"/>
          </p:nvPr>
        </p:nvSpPr>
        <p:spPr>
          <a:xfrm>
            <a:off x="7370366" y="4121084"/>
            <a:ext cx="1828800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5" name="Google Shape;415;p47"/>
          <p:cNvSpPr txBox="1">
            <a:spLocks noGrp="1"/>
          </p:cNvSpPr>
          <p:nvPr>
            <p:ph type="body" idx="14"/>
          </p:nvPr>
        </p:nvSpPr>
        <p:spPr>
          <a:xfrm>
            <a:off x="9559925" y="4121084"/>
            <a:ext cx="1828800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6" name="Google Shape;416;p47"/>
          <p:cNvSpPr txBox="1">
            <a:spLocks noGrp="1"/>
          </p:cNvSpPr>
          <p:nvPr>
            <p:ph type="body" idx="15"/>
          </p:nvPr>
        </p:nvSpPr>
        <p:spPr>
          <a:xfrm>
            <a:off x="571500" y="1238480"/>
            <a:ext cx="110553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venir"/>
              <a:buNone/>
              <a:defRPr sz="2000"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333">
          <p15:clr>
            <a:srgbClr val="FBAE40"/>
          </p15:clr>
        </p15:guide>
        <p15:guide id="2" pos="2460">
          <p15:clr>
            <a:srgbClr val="FBAE40"/>
          </p15:clr>
        </p15:guide>
        <p15:guide id="3" pos="2965">
          <p15:clr>
            <a:srgbClr val="FBAE40"/>
          </p15:clr>
        </p15:guide>
        <p15:guide id="4" pos="4345">
          <p15:clr>
            <a:srgbClr val="FBAE40"/>
          </p15:clr>
        </p15:guide>
        <p15:guide id="5" pos="5218">
          <p15:clr>
            <a:srgbClr val="FBAE40"/>
          </p15:clr>
        </p15:guide>
        <p15:guide id="6" pos="4712">
          <p15:clr>
            <a:srgbClr val="FBAE40"/>
          </p15:clr>
        </p15:guide>
        <p15:guide id="7" pos="3840">
          <p15:clr>
            <a:srgbClr val="FBAE40"/>
          </p15:clr>
        </p15:guide>
        <p15:guide id="8" pos="1079">
          <p15:clr>
            <a:srgbClr val="FBAE40"/>
          </p15:clr>
        </p15:guide>
        <p15:guide id="9" pos="1954">
          <p15:clr>
            <a:srgbClr val="FBAE40"/>
          </p15:clr>
        </p15:guide>
        <p15:guide id="10" pos="7104">
          <p15:clr>
            <a:srgbClr val="FBAE40"/>
          </p15:clr>
        </p15:guide>
        <p15:guide id="11" pos="5724">
          <p15:clr>
            <a:srgbClr val="FBAE40"/>
          </p15:clr>
        </p15:guide>
        <p15:guide id="12" orient="horz" pos="2447">
          <p15:clr>
            <a:srgbClr val="FBAE40"/>
          </p15:clr>
        </p15:guide>
        <p15:guide id="13" orient="horz" pos="2276">
          <p15:clr>
            <a:srgbClr val="FBAE40"/>
          </p15:clr>
        </p15:guide>
        <p15:guide id="14" orient="horz" pos="1944">
          <p15:clr>
            <a:srgbClr val="FBAE40"/>
          </p15:clr>
        </p15:guide>
        <p15:guide id="15" orient="horz" pos="1438">
          <p15:clr>
            <a:srgbClr val="FBAE40"/>
          </p15:clr>
        </p15:guide>
        <p15:guide id="16" pos="576">
          <p15:clr>
            <a:srgbClr val="FBAE40"/>
          </p15:clr>
        </p15:guide>
        <p15:guide id="17" pos="1584">
          <p15:clr>
            <a:srgbClr val="FBAE40"/>
          </p15:clr>
        </p15:guide>
        <p15:guide id="18" pos="6598">
          <p15:clr>
            <a:srgbClr val="FBAE40"/>
          </p15:clr>
        </p15:guide>
        <p15:guide id="19" pos="6092">
          <p15:clr>
            <a:srgbClr val="FBAE40"/>
          </p15:clr>
        </p15:guide>
        <p15:guide id="20" orient="horz" pos="259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+ Content + 3 Med Circles">
  <p:cSld name="1_Title + Content + 3 Med Circles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419;p48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0" name="Google Shape;420;p48"/>
          <p:cNvSpPr>
            <a:spLocks noGrp="1"/>
          </p:cNvSpPr>
          <p:nvPr>
            <p:ph type="pic" idx="2"/>
          </p:nvPr>
        </p:nvSpPr>
        <p:spPr>
          <a:xfrm>
            <a:off x="4838700" y="1806209"/>
            <a:ext cx="2514600" cy="2514600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p48"/>
          <p:cNvSpPr>
            <a:spLocks noGrp="1"/>
          </p:cNvSpPr>
          <p:nvPr>
            <p:ph type="pic" idx="3"/>
          </p:nvPr>
        </p:nvSpPr>
        <p:spPr>
          <a:xfrm>
            <a:off x="8010525" y="1806209"/>
            <a:ext cx="2514600" cy="2514600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48"/>
          <p:cNvSpPr>
            <a:spLocks noGrp="1"/>
          </p:cNvSpPr>
          <p:nvPr>
            <p:ph type="pic" idx="4"/>
          </p:nvPr>
        </p:nvSpPr>
        <p:spPr>
          <a:xfrm>
            <a:off x="1666875" y="1806209"/>
            <a:ext cx="2514600" cy="2514600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423" name="Google Shape;42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8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8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8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" name="Google Shape;427;p48"/>
          <p:cNvSpPr txBox="1">
            <a:spLocks noGrp="1"/>
          </p:cNvSpPr>
          <p:nvPr>
            <p:ph type="body" idx="5"/>
          </p:nvPr>
        </p:nvSpPr>
        <p:spPr>
          <a:xfrm>
            <a:off x="1666875" y="4508500"/>
            <a:ext cx="2514600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8" name="Google Shape;428;p48"/>
          <p:cNvSpPr txBox="1">
            <a:spLocks noGrp="1"/>
          </p:cNvSpPr>
          <p:nvPr>
            <p:ph type="body" idx="6"/>
          </p:nvPr>
        </p:nvSpPr>
        <p:spPr>
          <a:xfrm>
            <a:off x="4838700" y="4508500"/>
            <a:ext cx="2514600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9" name="Google Shape;429;p48"/>
          <p:cNvSpPr txBox="1">
            <a:spLocks noGrp="1"/>
          </p:cNvSpPr>
          <p:nvPr>
            <p:ph type="body" idx="7"/>
          </p:nvPr>
        </p:nvSpPr>
        <p:spPr>
          <a:xfrm>
            <a:off x="8010525" y="4508500"/>
            <a:ext cx="2514600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p48"/>
          <p:cNvSpPr txBox="1">
            <a:spLocks noGrp="1"/>
          </p:cNvSpPr>
          <p:nvPr>
            <p:ph type="body" idx="8"/>
          </p:nvPr>
        </p:nvSpPr>
        <p:spPr>
          <a:xfrm>
            <a:off x="571500" y="1238480"/>
            <a:ext cx="110553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venir"/>
              <a:buNone/>
              <a:defRPr sz="2000"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48">
          <p15:clr>
            <a:srgbClr val="FBAE40"/>
          </p15:clr>
        </p15:guide>
        <p15:guide id="2" pos="2636">
          <p15:clr>
            <a:srgbClr val="FBAE40"/>
          </p15:clr>
        </p15:guide>
        <p15:guide id="3" pos="2840">
          <p15:clr>
            <a:srgbClr val="FBAE40"/>
          </p15:clr>
        </p15:guide>
        <p15:guide id="4" pos="4632">
          <p15:clr>
            <a:srgbClr val="FBAE40"/>
          </p15:clr>
        </p15:guide>
        <p15:guide id="5" pos="5046">
          <p15:clr>
            <a:srgbClr val="FBAE40"/>
          </p15:clr>
        </p15:guide>
        <p15:guide id="6" pos="4838">
          <p15:clr>
            <a:srgbClr val="FBAE40"/>
          </p15:clr>
        </p15:guide>
        <p15:guide id="7" pos="3840">
          <p15:clr>
            <a:srgbClr val="FBAE40"/>
          </p15:clr>
        </p15:guide>
        <p15:guide id="8" pos="1050">
          <p15:clr>
            <a:srgbClr val="FBAE40"/>
          </p15:clr>
        </p15:guide>
        <p15:guide id="9" pos="1841">
          <p15:clr>
            <a:srgbClr val="FBAE40"/>
          </p15:clr>
        </p15:guide>
        <p15:guide id="10" pos="6630">
          <p15:clr>
            <a:srgbClr val="FBAE40"/>
          </p15:clr>
        </p15:guide>
        <p15:guide id="11" pos="5838">
          <p15:clr>
            <a:srgbClr val="FBAE40"/>
          </p15:clr>
        </p15:guide>
        <p15:guide id="12" orient="horz" pos="1136">
          <p15:clr>
            <a:srgbClr val="FBAE40"/>
          </p15:clr>
        </p15:guide>
        <p15:guide id="13" orient="horz" pos="2722">
          <p15:clr>
            <a:srgbClr val="FBAE40"/>
          </p15:clr>
        </p15:guide>
        <p15:guide id="14" orient="horz" pos="2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+ 3 Med Circles Indigo">
  <p:cSld name="Title + Content + 3 Med Circles Indigo">
    <p:bg>
      <p:bgPr>
        <a:solidFill>
          <a:schemeClr val="accent2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9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venir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49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8EC0"/>
              </a:buClr>
              <a:buSzPts val="900"/>
              <a:buFont typeface="Avenir"/>
              <a:buNone/>
              <a:defRPr sz="900" b="0" i="0">
                <a:solidFill>
                  <a:srgbClr val="FD8EC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4" name="Google Shape;434;p49"/>
          <p:cNvSpPr>
            <a:spLocks noGrp="1"/>
          </p:cNvSpPr>
          <p:nvPr>
            <p:ph type="pic" idx="2"/>
          </p:nvPr>
        </p:nvSpPr>
        <p:spPr>
          <a:xfrm>
            <a:off x="4838700" y="1806209"/>
            <a:ext cx="2514600" cy="2514600"/>
          </a:xfrm>
          <a:prstGeom prst="ellipse">
            <a:avLst/>
          </a:prstGeom>
          <a:noFill/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5" name="Google Shape;435;p49"/>
          <p:cNvSpPr>
            <a:spLocks noGrp="1"/>
          </p:cNvSpPr>
          <p:nvPr>
            <p:ph type="pic" idx="3"/>
          </p:nvPr>
        </p:nvSpPr>
        <p:spPr>
          <a:xfrm>
            <a:off x="8010525" y="1806209"/>
            <a:ext cx="2514600" cy="2514600"/>
          </a:xfrm>
          <a:prstGeom prst="ellipse">
            <a:avLst/>
          </a:prstGeom>
          <a:noFill/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p49"/>
          <p:cNvSpPr>
            <a:spLocks noGrp="1"/>
          </p:cNvSpPr>
          <p:nvPr>
            <p:ph type="pic" idx="4"/>
          </p:nvPr>
        </p:nvSpPr>
        <p:spPr>
          <a:xfrm>
            <a:off x="1666875" y="1806209"/>
            <a:ext cx="2514600" cy="2514600"/>
          </a:xfrm>
          <a:prstGeom prst="ellipse">
            <a:avLst/>
          </a:prstGeom>
          <a:noFill/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437" name="Google Shape;437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7252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49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9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9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1" name="Google Shape;441;p49"/>
          <p:cNvSpPr txBox="1">
            <a:spLocks noGrp="1"/>
          </p:cNvSpPr>
          <p:nvPr>
            <p:ph type="body" idx="5"/>
          </p:nvPr>
        </p:nvSpPr>
        <p:spPr>
          <a:xfrm>
            <a:off x="1666875" y="4508500"/>
            <a:ext cx="2517775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⎯"/>
              <a:defRPr sz="1200">
                <a:solidFill>
                  <a:schemeClr val="lt1"/>
                </a:solidFill>
              </a:defRPr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20"/>
              <a:buChar char="⚬"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nir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2" name="Google Shape;442;p49"/>
          <p:cNvSpPr txBox="1">
            <a:spLocks noGrp="1"/>
          </p:cNvSpPr>
          <p:nvPr>
            <p:ph type="body" idx="6"/>
          </p:nvPr>
        </p:nvSpPr>
        <p:spPr>
          <a:xfrm>
            <a:off x="4838700" y="4508500"/>
            <a:ext cx="2517775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⎯"/>
              <a:defRPr sz="1200">
                <a:solidFill>
                  <a:schemeClr val="lt1"/>
                </a:solidFill>
              </a:defRPr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20"/>
              <a:buChar char="⚬"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nir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3" name="Google Shape;443;p49"/>
          <p:cNvSpPr txBox="1">
            <a:spLocks noGrp="1"/>
          </p:cNvSpPr>
          <p:nvPr>
            <p:ph type="body" idx="7"/>
          </p:nvPr>
        </p:nvSpPr>
        <p:spPr>
          <a:xfrm>
            <a:off x="8010525" y="4508500"/>
            <a:ext cx="2517775" cy="1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⎯"/>
              <a:defRPr sz="1200">
                <a:solidFill>
                  <a:schemeClr val="lt1"/>
                </a:solidFill>
              </a:defRPr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20"/>
              <a:buChar char="⚬"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nir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4" name="Google Shape;444;p49"/>
          <p:cNvSpPr txBox="1">
            <a:spLocks noGrp="1"/>
          </p:cNvSpPr>
          <p:nvPr>
            <p:ph type="body" idx="8"/>
          </p:nvPr>
        </p:nvSpPr>
        <p:spPr>
          <a:xfrm>
            <a:off x="571500" y="1238480"/>
            <a:ext cx="110553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venir"/>
              <a:buNone/>
              <a:defRPr sz="2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48">
          <p15:clr>
            <a:srgbClr val="FBAE40"/>
          </p15:clr>
        </p15:guide>
        <p15:guide id="2" pos="2636">
          <p15:clr>
            <a:srgbClr val="FBAE40"/>
          </p15:clr>
        </p15:guide>
        <p15:guide id="3" pos="2840">
          <p15:clr>
            <a:srgbClr val="FBAE40"/>
          </p15:clr>
        </p15:guide>
        <p15:guide id="4" pos="4632">
          <p15:clr>
            <a:srgbClr val="FBAE40"/>
          </p15:clr>
        </p15:guide>
        <p15:guide id="5" pos="5046">
          <p15:clr>
            <a:srgbClr val="FBAE40"/>
          </p15:clr>
        </p15:guide>
        <p15:guide id="6" pos="4838">
          <p15:clr>
            <a:srgbClr val="FBAE40"/>
          </p15:clr>
        </p15:guide>
        <p15:guide id="7" pos="3840">
          <p15:clr>
            <a:srgbClr val="FBAE40"/>
          </p15:clr>
        </p15:guide>
        <p15:guide id="8" pos="1050">
          <p15:clr>
            <a:srgbClr val="FBAE40"/>
          </p15:clr>
        </p15:guide>
        <p15:guide id="9" pos="1841">
          <p15:clr>
            <a:srgbClr val="FBAE40"/>
          </p15:clr>
        </p15:guide>
        <p15:guide id="10" pos="6630">
          <p15:clr>
            <a:srgbClr val="FBAE40"/>
          </p15:clr>
        </p15:guide>
        <p15:guide id="11" pos="5838">
          <p15:clr>
            <a:srgbClr val="FBAE40"/>
          </p15:clr>
        </p15:guide>
        <p15:guide id="12" orient="horz" pos="1134">
          <p15:clr>
            <a:srgbClr val="FBAE40"/>
          </p15:clr>
        </p15:guide>
        <p15:guide id="13" orient="horz" pos="2724">
          <p15:clr>
            <a:srgbClr val="FBAE40"/>
          </p15:clr>
        </p15:guide>
        <p15:guide id="14" orient="horz" pos="2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+ 4 Circles">
  <p:cSld name="Title + Content + 4 Circles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0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49337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50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8" name="Google Shape;448;p50"/>
          <p:cNvSpPr>
            <a:spLocks noGrp="1"/>
          </p:cNvSpPr>
          <p:nvPr>
            <p:ph type="pic" idx="2"/>
          </p:nvPr>
        </p:nvSpPr>
        <p:spPr>
          <a:xfrm>
            <a:off x="3825875" y="1524000"/>
            <a:ext cx="1828800" cy="1828800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9" name="Google Shape;449;p50"/>
          <p:cNvSpPr>
            <a:spLocks noGrp="1"/>
          </p:cNvSpPr>
          <p:nvPr>
            <p:ph type="pic" idx="3"/>
          </p:nvPr>
        </p:nvSpPr>
        <p:spPr>
          <a:xfrm>
            <a:off x="6530975" y="1524000"/>
            <a:ext cx="1828800" cy="1828800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50"/>
          <p:cNvSpPr>
            <a:spLocks noGrp="1"/>
          </p:cNvSpPr>
          <p:nvPr>
            <p:ph type="pic" idx="4"/>
          </p:nvPr>
        </p:nvSpPr>
        <p:spPr>
          <a:xfrm>
            <a:off x="1123950" y="1524000"/>
            <a:ext cx="1828800" cy="1828800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50"/>
          <p:cNvSpPr>
            <a:spLocks noGrp="1"/>
          </p:cNvSpPr>
          <p:nvPr>
            <p:ph type="pic" idx="5"/>
          </p:nvPr>
        </p:nvSpPr>
        <p:spPr>
          <a:xfrm>
            <a:off x="9236075" y="1524000"/>
            <a:ext cx="1828800" cy="1828800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452" name="Google Shape;452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50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50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50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6" name="Google Shape;456;p50"/>
          <p:cNvSpPr txBox="1">
            <a:spLocks noGrp="1"/>
          </p:cNvSpPr>
          <p:nvPr>
            <p:ph type="body" idx="6"/>
          </p:nvPr>
        </p:nvSpPr>
        <p:spPr>
          <a:xfrm>
            <a:off x="838200" y="3543300"/>
            <a:ext cx="2400300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7" name="Google Shape;457;p50"/>
          <p:cNvSpPr txBox="1">
            <a:spLocks noGrp="1"/>
          </p:cNvSpPr>
          <p:nvPr>
            <p:ph type="body" idx="7"/>
          </p:nvPr>
        </p:nvSpPr>
        <p:spPr>
          <a:xfrm>
            <a:off x="3544062" y="3543300"/>
            <a:ext cx="2400300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8" name="Google Shape;458;p50"/>
          <p:cNvSpPr txBox="1">
            <a:spLocks noGrp="1"/>
          </p:cNvSpPr>
          <p:nvPr>
            <p:ph type="body" idx="8"/>
          </p:nvPr>
        </p:nvSpPr>
        <p:spPr>
          <a:xfrm>
            <a:off x="6248400" y="3543300"/>
            <a:ext cx="2400300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9" name="Google Shape;459;p50"/>
          <p:cNvSpPr txBox="1">
            <a:spLocks noGrp="1"/>
          </p:cNvSpPr>
          <p:nvPr>
            <p:ph type="body" idx="9"/>
          </p:nvPr>
        </p:nvSpPr>
        <p:spPr>
          <a:xfrm>
            <a:off x="8950325" y="3543300"/>
            <a:ext cx="2400300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⎯"/>
              <a:defRPr sz="1200"/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Char char="⚬"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562">
          <p15:clr>
            <a:srgbClr val="FBAE40"/>
          </p15:clr>
        </p15:guide>
        <p15:guide id="2" pos="2407">
          <p15:clr>
            <a:srgbClr val="FBAE40"/>
          </p15:clr>
        </p15:guide>
        <p15:guide id="3" pos="2988">
          <p15:clr>
            <a:srgbClr val="FBAE40"/>
          </p15:clr>
        </p15:guide>
        <p15:guide id="4" pos="4690">
          <p15:clr>
            <a:srgbClr val="FBAE40"/>
          </p15:clr>
        </p15:guide>
        <p15:guide id="5" pos="5267">
          <p15:clr>
            <a:srgbClr val="FBAE40"/>
          </p15:clr>
        </p15:guide>
        <p15:guide id="6" pos="4112">
          <p15:clr>
            <a:srgbClr val="FBAE40"/>
          </p15:clr>
        </p15:guide>
        <p15:guide id="7" pos="704">
          <p15:clr>
            <a:srgbClr val="FBAE40"/>
          </p15:clr>
        </p15:guide>
        <p15:guide id="8" pos="1859">
          <p15:clr>
            <a:srgbClr val="FBAE40"/>
          </p15:clr>
        </p15:guide>
        <p15:guide id="9" pos="6970">
          <p15:clr>
            <a:srgbClr val="FBAE40"/>
          </p15:clr>
        </p15:guide>
        <p15:guide id="10" pos="5815">
          <p15:clr>
            <a:srgbClr val="FBAE40"/>
          </p15:clr>
        </p15:guide>
        <p15:guide id="11" pos="6394">
          <p15:clr>
            <a:srgbClr val="FBAE40"/>
          </p15:clr>
        </p15:guide>
        <p15:guide id="12" pos="1284">
          <p15:clr>
            <a:srgbClr val="FBAE40"/>
          </p15:clr>
        </p15:guide>
        <p15:guide id="13" orient="horz" pos="2232">
          <p15:clr>
            <a:srgbClr val="FBAE40"/>
          </p15:clr>
        </p15:guide>
        <p15:guide id="14" orient="horz" pos="2113">
          <p15:clr>
            <a:srgbClr val="FBAE40"/>
          </p15:clr>
        </p15:guide>
        <p15:guide id="15" orient="horz" pos="960">
          <p15:clr>
            <a:srgbClr val="FBAE40"/>
          </p15:clr>
        </p15:guide>
        <p15:guide id="16" pos="528">
          <p15:clr>
            <a:srgbClr val="FBAE40"/>
          </p15:clr>
        </p15:guide>
        <p15:guide id="17" pos="2040">
          <p15:clr>
            <a:srgbClr val="FBAE40"/>
          </p15:clr>
        </p15:guide>
        <p15:guide id="18" pos="2232">
          <p15:clr>
            <a:srgbClr val="FBAE40"/>
          </p15:clr>
        </p15:guide>
        <p15:guide id="19" pos="3744">
          <p15:clr>
            <a:srgbClr val="FBAE40"/>
          </p15:clr>
        </p15:guide>
        <p15:guide id="20" pos="3936">
          <p15:clr>
            <a:srgbClr val="FBAE40"/>
          </p15:clr>
        </p15:guide>
        <p15:guide id="21" pos="5448">
          <p15:clr>
            <a:srgbClr val="FBAE40"/>
          </p15:clr>
        </p15:guide>
        <p15:guide id="22" pos="5640">
          <p15:clr>
            <a:srgbClr val="FBAE40"/>
          </p15:clr>
        </p15:guide>
        <p15:guide id="23" pos="7152">
          <p15:clr>
            <a:srgbClr val="FBAE40"/>
          </p15:clr>
        </p15:guide>
        <p15:guide id="24" pos="2134">
          <p15:clr>
            <a:srgbClr val="FBAE40"/>
          </p15:clr>
        </p15:guide>
        <p15:guide id="25" pos="3838">
          <p15:clr>
            <a:srgbClr val="FBAE40"/>
          </p15:clr>
        </p15:guide>
        <p15:guide id="26" pos="554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ircles + Columns">
  <p:cSld name="Title + 3 Circles + Columns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1"/>
          <p:cNvSpPr txBox="1">
            <a:spLocks noGrp="1"/>
          </p:cNvSpPr>
          <p:nvPr>
            <p:ph type="body" idx="1"/>
          </p:nvPr>
        </p:nvSpPr>
        <p:spPr>
          <a:xfrm>
            <a:off x="841248" y="2514599"/>
            <a:ext cx="3200400" cy="3502152"/>
          </a:xfrm>
          <a:prstGeom prst="rect">
            <a:avLst/>
          </a:prstGeom>
          <a:solidFill>
            <a:srgbClr val="E5EAF1"/>
          </a:solidFill>
          <a:ln>
            <a:noFill/>
          </a:ln>
        </p:spPr>
        <p:txBody>
          <a:bodyPr spcFirstLastPara="1" wrap="square" lIns="228600" tIns="1143000" rIns="228600" bIns="2286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Avenir"/>
              <a:buNone/>
              <a:defRPr sz="1700" b="1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2" name="Google Shape;462;p51"/>
          <p:cNvSpPr txBox="1">
            <a:spLocks noGrp="1"/>
          </p:cNvSpPr>
          <p:nvPr>
            <p:ph type="body" idx="2"/>
          </p:nvPr>
        </p:nvSpPr>
        <p:spPr>
          <a:xfrm>
            <a:off x="4495673" y="2514599"/>
            <a:ext cx="3200400" cy="3502152"/>
          </a:xfrm>
          <a:prstGeom prst="rect">
            <a:avLst/>
          </a:prstGeom>
          <a:solidFill>
            <a:srgbClr val="E5EAF1"/>
          </a:solidFill>
          <a:ln>
            <a:noFill/>
          </a:ln>
        </p:spPr>
        <p:txBody>
          <a:bodyPr spcFirstLastPara="1" wrap="square" lIns="228600" tIns="1143000" rIns="228600" bIns="2286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Avenir"/>
              <a:buNone/>
              <a:defRPr sz="1700" b="1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3" name="Google Shape;463;p51"/>
          <p:cNvSpPr txBox="1">
            <a:spLocks noGrp="1"/>
          </p:cNvSpPr>
          <p:nvPr>
            <p:ph type="body" idx="3"/>
          </p:nvPr>
        </p:nvSpPr>
        <p:spPr>
          <a:xfrm>
            <a:off x="8150225" y="2514599"/>
            <a:ext cx="3200400" cy="3502152"/>
          </a:xfrm>
          <a:prstGeom prst="rect">
            <a:avLst/>
          </a:prstGeom>
          <a:solidFill>
            <a:srgbClr val="E5EAF1"/>
          </a:solidFill>
          <a:ln>
            <a:noFill/>
          </a:ln>
        </p:spPr>
        <p:txBody>
          <a:bodyPr spcFirstLastPara="1" wrap="square" lIns="228600" tIns="1143000" rIns="228600" bIns="2286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Avenir"/>
              <a:buNone/>
              <a:defRPr sz="1700" b="1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4" name="Google Shape;464;p51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51"/>
          <p:cNvSpPr txBox="1">
            <a:spLocks noGrp="1"/>
          </p:cNvSpPr>
          <p:nvPr>
            <p:ph type="body" idx="4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6" name="Google Shape;466;p51"/>
          <p:cNvSpPr>
            <a:spLocks noGrp="1"/>
          </p:cNvSpPr>
          <p:nvPr>
            <p:ph type="pic" idx="5"/>
          </p:nvPr>
        </p:nvSpPr>
        <p:spPr>
          <a:xfrm>
            <a:off x="5181600" y="1600200"/>
            <a:ext cx="1828800" cy="1828800"/>
          </a:xfrm>
          <a:prstGeom prst="ellipse">
            <a:avLst/>
          </a:prstGeom>
          <a:solidFill>
            <a:schemeClr val="lt1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467" name="Google Shape;46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51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51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51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1" name="Google Shape;471;p51"/>
          <p:cNvSpPr>
            <a:spLocks noGrp="1"/>
          </p:cNvSpPr>
          <p:nvPr>
            <p:ph type="pic" idx="6"/>
          </p:nvPr>
        </p:nvSpPr>
        <p:spPr>
          <a:xfrm>
            <a:off x="1527048" y="1600200"/>
            <a:ext cx="1828800" cy="1828800"/>
          </a:xfrm>
          <a:prstGeom prst="ellipse">
            <a:avLst/>
          </a:prstGeom>
          <a:solidFill>
            <a:schemeClr val="lt1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" name="Google Shape;472;p51"/>
          <p:cNvSpPr>
            <a:spLocks noGrp="1"/>
          </p:cNvSpPr>
          <p:nvPr>
            <p:ph type="pic" idx="7"/>
          </p:nvPr>
        </p:nvSpPr>
        <p:spPr>
          <a:xfrm>
            <a:off x="8839200" y="1600200"/>
            <a:ext cx="1828800" cy="1828800"/>
          </a:xfrm>
          <a:prstGeom prst="ellipse">
            <a:avLst/>
          </a:prstGeom>
          <a:solidFill>
            <a:schemeClr val="lt1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2">
          <p15:clr>
            <a:srgbClr val="FBAE40"/>
          </p15:clr>
        </p15:guide>
        <p15:guide id="2" pos="3262">
          <p15:clr>
            <a:srgbClr val="FBAE40"/>
          </p15:clr>
        </p15:guide>
        <p15:guide id="3" pos="4416">
          <p15:clr>
            <a:srgbClr val="FBAE40"/>
          </p15:clr>
        </p15:guide>
        <p15:guide id="4" pos="4850">
          <p15:clr>
            <a:srgbClr val="FBAE40"/>
          </p15:clr>
        </p15:guide>
        <p15:guide id="5" pos="3840">
          <p15:clr>
            <a:srgbClr val="FBAE40"/>
          </p15:clr>
        </p15:guide>
        <p15:guide id="6" pos="959">
          <p15:clr>
            <a:srgbClr val="FBAE40"/>
          </p15:clr>
        </p15:guide>
        <p15:guide id="7" pos="2114">
          <p15:clr>
            <a:srgbClr val="FBAE40"/>
          </p15:clr>
        </p15:guide>
        <p15:guide id="8" pos="6720">
          <p15:clr>
            <a:srgbClr val="FBAE40"/>
          </p15:clr>
        </p15:guide>
        <p15:guide id="9" pos="5566">
          <p15:clr>
            <a:srgbClr val="FBAE40"/>
          </p15:clr>
        </p15:guide>
        <p15:guide id="10" pos="6144">
          <p15:clr>
            <a:srgbClr val="FBAE40"/>
          </p15:clr>
        </p15:guide>
        <p15:guide id="11" pos="1535">
          <p15:clr>
            <a:srgbClr val="FBAE40"/>
          </p15:clr>
        </p15:guide>
        <p15:guide id="12" orient="horz" pos="2302">
          <p15:clr>
            <a:srgbClr val="FBAE40"/>
          </p15:clr>
        </p15:guide>
        <p15:guide id="13" orient="horz" pos="2160">
          <p15:clr>
            <a:srgbClr val="FBAE40"/>
          </p15:clr>
        </p15:guide>
        <p15:guide id="14" orient="horz" pos="1006">
          <p15:clr>
            <a:srgbClr val="FBAE40"/>
          </p15:clr>
        </p15:guide>
        <p15:guide id="15" orient="horz" pos="1584">
          <p15:clr>
            <a:srgbClr val="FBAE40"/>
          </p15:clr>
        </p15:guide>
        <p15:guide id="16" pos="523">
          <p15:clr>
            <a:srgbClr val="FBAE40"/>
          </p15:clr>
        </p15:guide>
        <p15:guide id="17" pos="2542">
          <p15:clr>
            <a:srgbClr val="FBAE40"/>
          </p15:clr>
        </p15:guide>
        <p15:guide id="18" pos="7151">
          <p15:clr>
            <a:srgbClr val="FBAE40"/>
          </p15:clr>
        </p15:guide>
        <p15:guide id="19" pos="513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+ 4 Icon Circles">
  <p:cSld name="Title + Content + 4 Icon Circles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2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822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52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76" name="Google Shape;476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2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52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52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0" name="Google Shape;480;p52"/>
          <p:cNvSpPr txBox="1">
            <a:spLocks noGrp="1"/>
          </p:cNvSpPr>
          <p:nvPr>
            <p:ph type="body" idx="2"/>
          </p:nvPr>
        </p:nvSpPr>
        <p:spPr>
          <a:xfrm>
            <a:off x="571500" y="1524000"/>
            <a:ext cx="11049000" cy="60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venir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1" name="Google Shape;481;p52"/>
          <p:cNvSpPr>
            <a:spLocks noGrp="1"/>
          </p:cNvSpPr>
          <p:nvPr>
            <p:ph type="body" idx="3"/>
          </p:nvPr>
        </p:nvSpPr>
        <p:spPr>
          <a:xfrm>
            <a:off x="1235075" y="2516729"/>
            <a:ext cx="1603375" cy="1600200"/>
          </a:xfrm>
          <a:prstGeom prst="ellipse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2" name="Google Shape;482;p52"/>
          <p:cNvSpPr>
            <a:spLocks noGrp="1"/>
          </p:cNvSpPr>
          <p:nvPr>
            <p:ph type="body" idx="4"/>
          </p:nvPr>
        </p:nvSpPr>
        <p:spPr>
          <a:xfrm>
            <a:off x="3938588" y="2516729"/>
            <a:ext cx="1603375" cy="1600200"/>
          </a:xfrm>
          <a:prstGeom prst="ellipse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3" name="Google Shape;483;p52"/>
          <p:cNvSpPr>
            <a:spLocks noGrp="1"/>
          </p:cNvSpPr>
          <p:nvPr>
            <p:ph type="body" idx="5"/>
          </p:nvPr>
        </p:nvSpPr>
        <p:spPr>
          <a:xfrm>
            <a:off x="6640513" y="2516729"/>
            <a:ext cx="1603375" cy="1600200"/>
          </a:xfrm>
          <a:prstGeom prst="ellipse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4" name="Google Shape;484;p52"/>
          <p:cNvSpPr>
            <a:spLocks noGrp="1"/>
          </p:cNvSpPr>
          <p:nvPr>
            <p:ph type="body" idx="6"/>
          </p:nvPr>
        </p:nvSpPr>
        <p:spPr>
          <a:xfrm>
            <a:off x="9353550" y="2516729"/>
            <a:ext cx="1603375" cy="1600200"/>
          </a:xfrm>
          <a:prstGeom prst="ellipse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5" name="Google Shape;485;p52"/>
          <p:cNvSpPr txBox="1">
            <a:spLocks noGrp="1"/>
          </p:cNvSpPr>
          <p:nvPr>
            <p:ph type="body" idx="7"/>
          </p:nvPr>
        </p:nvSpPr>
        <p:spPr>
          <a:xfrm>
            <a:off x="835025" y="4343400"/>
            <a:ext cx="24066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6" name="Google Shape;486;p52"/>
          <p:cNvSpPr txBox="1">
            <a:spLocks noGrp="1"/>
          </p:cNvSpPr>
          <p:nvPr>
            <p:ph type="body" idx="8"/>
          </p:nvPr>
        </p:nvSpPr>
        <p:spPr>
          <a:xfrm>
            <a:off x="3539067" y="4343400"/>
            <a:ext cx="24066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7" name="Google Shape;487;p52"/>
          <p:cNvSpPr txBox="1">
            <a:spLocks noGrp="1"/>
          </p:cNvSpPr>
          <p:nvPr>
            <p:ph type="body" idx="9"/>
          </p:nvPr>
        </p:nvSpPr>
        <p:spPr>
          <a:xfrm>
            <a:off x="6243109" y="4343400"/>
            <a:ext cx="24066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8" name="Google Shape;488;p52"/>
          <p:cNvSpPr txBox="1">
            <a:spLocks noGrp="1"/>
          </p:cNvSpPr>
          <p:nvPr>
            <p:ph type="body" idx="13"/>
          </p:nvPr>
        </p:nvSpPr>
        <p:spPr>
          <a:xfrm>
            <a:off x="8947150" y="4343400"/>
            <a:ext cx="24066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491">
          <p15:clr>
            <a:srgbClr val="FBAE40"/>
          </p15:clr>
        </p15:guide>
        <p15:guide id="2" pos="2481">
          <p15:clr>
            <a:srgbClr val="FBAE40"/>
          </p15:clr>
        </p15:guide>
        <p15:guide id="3" pos="2988">
          <p15:clr>
            <a:srgbClr val="FBAE40"/>
          </p15:clr>
        </p15:guide>
        <p15:guide id="4" pos="4690">
          <p15:clr>
            <a:srgbClr val="FBAE40"/>
          </p15:clr>
        </p15:guide>
        <p15:guide id="5" pos="5197">
          <p15:clr>
            <a:srgbClr val="FBAE40"/>
          </p15:clr>
        </p15:guide>
        <p15:guide id="6" pos="4183">
          <p15:clr>
            <a:srgbClr val="FBAE40"/>
          </p15:clr>
        </p15:guide>
        <p15:guide id="7" pos="778">
          <p15:clr>
            <a:srgbClr val="FBAE40"/>
          </p15:clr>
        </p15:guide>
        <p15:guide id="8" pos="1788">
          <p15:clr>
            <a:srgbClr val="FBAE40"/>
          </p15:clr>
        </p15:guide>
        <p15:guide id="9" pos="6900">
          <p15:clr>
            <a:srgbClr val="FBAE40"/>
          </p15:clr>
        </p15:guide>
        <p15:guide id="10" pos="5888">
          <p15:clr>
            <a:srgbClr val="FBAE40"/>
          </p15:clr>
        </p15:guide>
        <p15:guide id="11" pos="6394">
          <p15:clr>
            <a:srgbClr val="FBAE40"/>
          </p15:clr>
        </p15:guide>
        <p15:guide id="12" pos="1284">
          <p15:clr>
            <a:srgbClr val="FBAE40"/>
          </p15:clr>
        </p15:guide>
        <p15:guide id="13" orient="horz" pos="2736">
          <p15:clr>
            <a:srgbClr val="FBAE40"/>
          </p15:clr>
        </p15:guide>
        <p15:guide id="14" orient="horz" pos="2592">
          <p15:clr>
            <a:srgbClr val="FBAE40"/>
          </p15:clr>
        </p15:guide>
        <p15:guide id="15" pos="526">
          <p15:clr>
            <a:srgbClr val="FBAE40"/>
          </p15:clr>
        </p15:guide>
        <p15:guide id="16" pos="2042">
          <p15:clr>
            <a:srgbClr val="FBAE40"/>
          </p15:clr>
        </p15:guide>
        <p15:guide id="17" pos="2230">
          <p15:clr>
            <a:srgbClr val="FBAE40"/>
          </p15:clr>
        </p15:guide>
        <p15:guide id="18" pos="3746">
          <p15:clr>
            <a:srgbClr val="FBAE40"/>
          </p15:clr>
        </p15:guide>
        <p15:guide id="19" pos="3932">
          <p15:clr>
            <a:srgbClr val="FBAE40"/>
          </p15:clr>
        </p15:guide>
        <p15:guide id="20" pos="5448">
          <p15:clr>
            <a:srgbClr val="FBAE40"/>
          </p15:clr>
        </p15:guide>
        <p15:guide id="21" pos="5636">
          <p15:clr>
            <a:srgbClr val="FBAE40"/>
          </p15:clr>
        </p15:guide>
        <p15:guide id="22" pos="7152">
          <p15:clr>
            <a:srgbClr val="FBAE40"/>
          </p15:clr>
        </p15:guide>
        <p15:guide id="23" orient="horz" pos="2088">
          <p15:clr>
            <a:srgbClr val="FBAE40"/>
          </p15:clr>
        </p15:guide>
        <p15:guide id="24" orient="horz" pos="158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+ 4 Icon Columns">
  <p:cSld name="Title + Content + 4 Icon Columns"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3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1" name="Google Shape;491;p53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92" name="Google Shape;492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53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53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53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6" name="Google Shape;496;p53"/>
          <p:cNvSpPr txBox="1">
            <a:spLocks noGrp="1"/>
          </p:cNvSpPr>
          <p:nvPr>
            <p:ph type="body" idx="2"/>
          </p:nvPr>
        </p:nvSpPr>
        <p:spPr>
          <a:xfrm>
            <a:off x="571500" y="1524000"/>
            <a:ext cx="11049000" cy="60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venir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7" name="Google Shape;497;p53"/>
          <p:cNvSpPr txBox="1">
            <a:spLocks noGrp="1"/>
          </p:cNvSpPr>
          <p:nvPr>
            <p:ph type="body" idx="3"/>
          </p:nvPr>
        </p:nvSpPr>
        <p:spPr>
          <a:xfrm>
            <a:off x="839089" y="2454275"/>
            <a:ext cx="2402586" cy="3222625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txBody>
          <a:bodyPr spcFirstLastPara="1" wrap="square" lIns="228600" tIns="1371600" rIns="228600" bIns="2286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8" name="Google Shape;498;p53"/>
          <p:cNvSpPr txBox="1">
            <a:spLocks noGrp="1"/>
          </p:cNvSpPr>
          <p:nvPr>
            <p:ph type="body" idx="4"/>
          </p:nvPr>
        </p:nvSpPr>
        <p:spPr>
          <a:xfrm>
            <a:off x="3543131" y="2454275"/>
            <a:ext cx="2402586" cy="3222625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txBody>
          <a:bodyPr spcFirstLastPara="1" wrap="square" lIns="228600" tIns="1371600" rIns="228600" bIns="2286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9" name="Google Shape;499;p53"/>
          <p:cNvSpPr txBox="1">
            <a:spLocks noGrp="1"/>
          </p:cNvSpPr>
          <p:nvPr>
            <p:ph type="body" idx="5"/>
          </p:nvPr>
        </p:nvSpPr>
        <p:spPr>
          <a:xfrm>
            <a:off x="6247173" y="2454275"/>
            <a:ext cx="2402586" cy="3222625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txBody>
          <a:bodyPr spcFirstLastPara="1" wrap="square" lIns="228600" tIns="1371600" rIns="228600" bIns="2286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0" name="Google Shape;500;p53"/>
          <p:cNvSpPr txBox="1">
            <a:spLocks noGrp="1"/>
          </p:cNvSpPr>
          <p:nvPr>
            <p:ph type="body" idx="6"/>
          </p:nvPr>
        </p:nvSpPr>
        <p:spPr>
          <a:xfrm>
            <a:off x="8951214" y="2454275"/>
            <a:ext cx="2402586" cy="3222625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txBody>
          <a:bodyPr spcFirstLastPara="1" wrap="square" lIns="228600" tIns="1371600" rIns="228600" bIns="2286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46">
          <p15:clr>
            <a:srgbClr val="FBAE40"/>
          </p15:clr>
        </p15:guide>
        <p15:guide id="2" pos="2230">
          <p15:clr>
            <a:srgbClr val="FBAE40"/>
          </p15:clr>
        </p15:guide>
        <p15:guide id="3" pos="2988">
          <p15:clr>
            <a:srgbClr val="FBAE40"/>
          </p15:clr>
        </p15:guide>
        <p15:guide id="4" pos="4690">
          <p15:clr>
            <a:srgbClr val="FBAE40"/>
          </p15:clr>
        </p15:guide>
        <p15:guide id="5" pos="5448">
          <p15:clr>
            <a:srgbClr val="FBAE40"/>
          </p15:clr>
        </p15:guide>
        <p15:guide id="6" pos="3932">
          <p15:clr>
            <a:srgbClr val="FBAE40"/>
          </p15:clr>
        </p15:guide>
        <p15:guide id="7" pos="524">
          <p15:clr>
            <a:srgbClr val="FBAE40"/>
          </p15:clr>
        </p15:guide>
        <p15:guide id="8" pos="2042">
          <p15:clr>
            <a:srgbClr val="FBAE40"/>
          </p15:clr>
        </p15:guide>
        <p15:guide id="9" pos="7152">
          <p15:clr>
            <a:srgbClr val="FBAE40"/>
          </p15:clr>
        </p15:guide>
        <p15:guide id="10" pos="5636">
          <p15:clr>
            <a:srgbClr val="FBAE40"/>
          </p15:clr>
        </p15:guide>
        <p15:guide id="11" pos="6394">
          <p15:clr>
            <a:srgbClr val="FBAE40"/>
          </p15:clr>
        </p15:guide>
        <p15:guide id="12" pos="1284">
          <p15:clr>
            <a:srgbClr val="FBAE40"/>
          </p15:clr>
        </p15:guide>
        <p15:guide id="13" orient="horz" pos="3576">
          <p15:clr>
            <a:srgbClr val="FBAE40"/>
          </p15:clr>
        </p15:guide>
        <p15:guide id="14" orient="horz" pos="1546">
          <p15:clr>
            <a:srgbClr val="FBAE40"/>
          </p15:clr>
        </p15:guide>
        <p15:guide id="15" orient="horz" pos="198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+ 4 Circles Indigo">
  <p:cSld name="Title + Content + 4 Circles Indigo">
    <p:bg>
      <p:bgPr>
        <a:solidFill>
          <a:schemeClr val="accent2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4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venir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3" name="Google Shape;503;p54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8EC0"/>
              </a:buClr>
              <a:buSzPts val="900"/>
              <a:buFont typeface="Avenir"/>
              <a:buNone/>
              <a:defRPr sz="900" b="0" i="0">
                <a:solidFill>
                  <a:srgbClr val="FD8EC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4" name="Google Shape;504;p54"/>
          <p:cNvSpPr>
            <a:spLocks noGrp="1"/>
          </p:cNvSpPr>
          <p:nvPr>
            <p:ph type="pic" idx="2"/>
          </p:nvPr>
        </p:nvSpPr>
        <p:spPr>
          <a:xfrm>
            <a:off x="3770376" y="1524000"/>
            <a:ext cx="1947672" cy="1947672"/>
          </a:xfrm>
          <a:prstGeom prst="ellipse">
            <a:avLst/>
          </a:prstGeom>
          <a:noFill/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54"/>
          <p:cNvSpPr>
            <a:spLocks noGrp="1"/>
          </p:cNvSpPr>
          <p:nvPr>
            <p:ph type="pic" idx="3"/>
          </p:nvPr>
        </p:nvSpPr>
        <p:spPr>
          <a:xfrm>
            <a:off x="6473952" y="1524000"/>
            <a:ext cx="1947672" cy="1947672"/>
          </a:xfrm>
          <a:prstGeom prst="ellipse">
            <a:avLst/>
          </a:prstGeom>
          <a:noFill/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6" name="Google Shape;506;p54"/>
          <p:cNvSpPr>
            <a:spLocks noGrp="1"/>
          </p:cNvSpPr>
          <p:nvPr>
            <p:ph type="pic" idx="4"/>
          </p:nvPr>
        </p:nvSpPr>
        <p:spPr>
          <a:xfrm>
            <a:off x="1066800" y="1524000"/>
            <a:ext cx="1947672" cy="1947672"/>
          </a:xfrm>
          <a:prstGeom prst="ellipse">
            <a:avLst/>
          </a:prstGeom>
          <a:noFill/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7" name="Google Shape;507;p54"/>
          <p:cNvSpPr>
            <a:spLocks noGrp="1"/>
          </p:cNvSpPr>
          <p:nvPr>
            <p:ph type="pic" idx="5"/>
          </p:nvPr>
        </p:nvSpPr>
        <p:spPr>
          <a:xfrm>
            <a:off x="9177528" y="1524000"/>
            <a:ext cx="1947672" cy="1947672"/>
          </a:xfrm>
          <a:prstGeom prst="ellipse">
            <a:avLst/>
          </a:prstGeom>
          <a:noFill/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508" name="Google Shape;508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7252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4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54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54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2" name="Google Shape;512;p54"/>
          <p:cNvSpPr txBox="1">
            <a:spLocks noGrp="1"/>
          </p:cNvSpPr>
          <p:nvPr>
            <p:ph type="body" idx="6"/>
          </p:nvPr>
        </p:nvSpPr>
        <p:spPr>
          <a:xfrm>
            <a:off x="838200" y="3657600"/>
            <a:ext cx="24003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⎯"/>
              <a:defRPr sz="1200">
                <a:solidFill>
                  <a:schemeClr val="lt1"/>
                </a:solidFill>
              </a:defRPr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20"/>
              <a:buChar char="⚬"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nir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3" name="Google Shape;513;p54"/>
          <p:cNvSpPr txBox="1">
            <a:spLocks noGrp="1"/>
          </p:cNvSpPr>
          <p:nvPr>
            <p:ph type="body" idx="7"/>
          </p:nvPr>
        </p:nvSpPr>
        <p:spPr>
          <a:xfrm>
            <a:off x="3540125" y="3657600"/>
            <a:ext cx="24003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⎯"/>
              <a:defRPr sz="1200">
                <a:solidFill>
                  <a:schemeClr val="lt1"/>
                </a:solidFill>
              </a:defRPr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20"/>
              <a:buChar char="⚬"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nir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4" name="Google Shape;514;p54"/>
          <p:cNvSpPr txBox="1">
            <a:spLocks noGrp="1"/>
          </p:cNvSpPr>
          <p:nvPr>
            <p:ph type="body" idx="8"/>
          </p:nvPr>
        </p:nvSpPr>
        <p:spPr>
          <a:xfrm>
            <a:off x="6251577" y="3657600"/>
            <a:ext cx="24003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⎯"/>
              <a:defRPr sz="1200">
                <a:solidFill>
                  <a:schemeClr val="lt1"/>
                </a:solidFill>
              </a:defRPr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20"/>
              <a:buChar char="⚬"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nir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5" name="Google Shape;515;p54"/>
          <p:cNvSpPr txBox="1">
            <a:spLocks noGrp="1"/>
          </p:cNvSpPr>
          <p:nvPr>
            <p:ph type="body" idx="9"/>
          </p:nvPr>
        </p:nvSpPr>
        <p:spPr>
          <a:xfrm>
            <a:off x="8953500" y="3657600"/>
            <a:ext cx="24003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⎯"/>
              <a:defRPr sz="1200">
                <a:solidFill>
                  <a:schemeClr val="lt1"/>
                </a:solidFill>
              </a:defRPr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20"/>
              <a:buChar char="⚬"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nir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2">
          <p15:clr>
            <a:srgbClr val="FBAE40"/>
          </p15:clr>
        </p15:guide>
        <p15:guide id="2" pos="2374">
          <p15:clr>
            <a:srgbClr val="FBAE40"/>
          </p15:clr>
        </p15:guide>
        <p15:guide id="3" pos="2988">
          <p15:clr>
            <a:srgbClr val="FBAE40"/>
          </p15:clr>
        </p15:guide>
        <p15:guide id="4" pos="4690">
          <p15:clr>
            <a:srgbClr val="FBAE40"/>
          </p15:clr>
        </p15:guide>
        <p15:guide id="5" pos="5304">
          <p15:clr>
            <a:srgbClr val="FBAE40"/>
          </p15:clr>
        </p15:guide>
        <p15:guide id="6" pos="4076">
          <p15:clr>
            <a:srgbClr val="FBAE40"/>
          </p15:clr>
        </p15:guide>
        <p15:guide id="7" pos="672">
          <p15:clr>
            <a:srgbClr val="FBAE40"/>
          </p15:clr>
        </p15:guide>
        <p15:guide id="8" pos="1898">
          <p15:clr>
            <a:srgbClr val="FBAE40"/>
          </p15:clr>
        </p15:guide>
        <p15:guide id="9" pos="7008">
          <p15:clr>
            <a:srgbClr val="FBAE40"/>
          </p15:clr>
        </p15:guide>
        <p15:guide id="10" pos="5779">
          <p15:clr>
            <a:srgbClr val="FBAE40"/>
          </p15:clr>
        </p15:guide>
        <p15:guide id="11" pos="6394">
          <p15:clr>
            <a:srgbClr val="FBAE40"/>
          </p15:clr>
        </p15:guide>
        <p15:guide id="12" pos="1284">
          <p15:clr>
            <a:srgbClr val="FBAE40"/>
          </p15:clr>
        </p15:guide>
        <p15:guide id="13" orient="horz" pos="2302">
          <p15:clr>
            <a:srgbClr val="FBAE40"/>
          </p15:clr>
        </p15:guide>
        <p15:guide id="14" orient="horz" pos="2188">
          <p15:clr>
            <a:srgbClr val="FBAE40"/>
          </p15:clr>
        </p15:guide>
        <p15:guide id="15" pos="522">
          <p15:clr>
            <a:srgbClr val="FBAE40"/>
          </p15:clr>
        </p15:guide>
        <p15:guide id="16" pos="2044">
          <p15:clr>
            <a:srgbClr val="FBAE40"/>
          </p15:clr>
        </p15:guide>
        <p15:guide id="17" pos="2230">
          <p15:clr>
            <a:srgbClr val="FBAE40"/>
          </p15:clr>
        </p15:guide>
        <p15:guide id="18" pos="3746">
          <p15:clr>
            <a:srgbClr val="FBAE40"/>
          </p15:clr>
        </p15:guide>
        <p15:guide id="19" pos="3932">
          <p15:clr>
            <a:srgbClr val="FBAE40"/>
          </p15:clr>
        </p15:guide>
        <p15:guide id="20" pos="5448">
          <p15:clr>
            <a:srgbClr val="FBAE40"/>
          </p15:clr>
        </p15:guide>
        <p15:guide id="21" pos="5636">
          <p15:clr>
            <a:srgbClr val="FBAE40"/>
          </p15:clr>
        </p15:guide>
        <p15:guide id="22" pos="715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ircles Across Team Cyan">
  <p:cSld name="3 Circles Across Team Cyan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5"/>
          <p:cNvSpPr/>
          <p:nvPr/>
        </p:nvSpPr>
        <p:spPr>
          <a:xfrm>
            <a:off x="0" y="3086100"/>
            <a:ext cx="12192000" cy="377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55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695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55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0" name="Google Shape;520;p55"/>
          <p:cNvSpPr>
            <a:spLocks noGrp="1"/>
          </p:cNvSpPr>
          <p:nvPr>
            <p:ph type="pic" idx="2"/>
          </p:nvPr>
        </p:nvSpPr>
        <p:spPr>
          <a:xfrm>
            <a:off x="4724400" y="1714500"/>
            <a:ext cx="2743200" cy="2743200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1" name="Google Shape;521;p55"/>
          <p:cNvSpPr>
            <a:spLocks noGrp="1"/>
          </p:cNvSpPr>
          <p:nvPr>
            <p:ph type="pic" idx="3"/>
          </p:nvPr>
        </p:nvSpPr>
        <p:spPr>
          <a:xfrm>
            <a:off x="8197850" y="1714500"/>
            <a:ext cx="2743200" cy="2743200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" name="Google Shape;522;p55"/>
          <p:cNvSpPr>
            <a:spLocks noGrp="1"/>
          </p:cNvSpPr>
          <p:nvPr>
            <p:ph type="pic" idx="4"/>
          </p:nvPr>
        </p:nvSpPr>
        <p:spPr>
          <a:xfrm>
            <a:off x="1243584" y="1719072"/>
            <a:ext cx="2743200" cy="2743200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523" name="Google Shape;523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55"/>
          <p:cNvSpPr txBox="1">
            <a:spLocks noGrp="1"/>
          </p:cNvSpPr>
          <p:nvPr>
            <p:ph type="body" idx="5"/>
          </p:nvPr>
        </p:nvSpPr>
        <p:spPr>
          <a:xfrm>
            <a:off x="1244251" y="4761305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venir"/>
              <a:buNone/>
              <a:defRPr sz="1800" b="1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5" name="Google Shape;525;p55"/>
          <p:cNvSpPr txBox="1">
            <a:spLocks noGrp="1"/>
          </p:cNvSpPr>
          <p:nvPr>
            <p:ph type="body" idx="6"/>
          </p:nvPr>
        </p:nvSpPr>
        <p:spPr>
          <a:xfrm>
            <a:off x="1246632" y="5118265"/>
            <a:ext cx="2743200" cy="882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6" name="Google Shape;526;p55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55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55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9" name="Google Shape;529;p55"/>
          <p:cNvSpPr txBox="1">
            <a:spLocks noGrp="1"/>
          </p:cNvSpPr>
          <p:nvPr>
            <p:ph type="body" idx="7"/>
          </p:nvPr>
        </p:nvSpPr>
        <p:spPr>
          <a:xfrm>
            <a:off x="4724400" y="4761305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venir"/>
              <a:buNone/>
              <a:defRPr sz="1800" b="1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0" name="Google Shape;530;p55"/>
          <p:cNvSpPr txBox="1">
            <a:spLocks noGrp="1"/>
          </p:cNvSpPr>
          <p:nvPr>
            <p:ph type="body" idx="8"/>
          </p:nvPr>
        </p:nvSpPr>
        <p:spPr>
          <a:xfrm>
            <a:off x="4726781" y="5118265"/>
            <a:ext cx="2743200" cy="882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1" name="Google Shape;531;p55"/>
          <p:cNvSpPr txBox="1">
            <a:spLocks noGrp="1"/>
          </p:cNvSpPr>
          <p:nvPr>
            <p:ph type="body" idx="9"/>
          </p:nvPr>
        </p:nvSpPr>
        <p:spPr>
          <a:xfrm>
            <a:off x="8195469" y="4761305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venir"/>
              <a:buNone/>
              <a:defRPr sz="1800" b="1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2" name="Google Shape;532;p55"/>
          <p:cNvSpPr txBox="1">
            <a:spLocks noGrp="1"/>
          </p:cNvSpPr>
          <p:nvPr>
            <p:ph type="body" idx="13"/>
          </p:nvPr>
        </p:nvSpPr>
        <p:spPr>
          <a:xfrm>
            <a:off x="8197850" y="5118265"/>
            <a:ext cx="2743200" cy="882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973">
          <p15:clr>
            <a:srgbClr val="FBAE40"/>
          </p15:clr>
        </p15:guide>
        <p15:guide id="2" pos="2512">
          <p15:clr>
            <a:srgbClr val="FBAE40"/>
          </p15:clr>
        </p15:guide>
        <p15:guide id="3" pos="2740">
          <p15:clr>
            <a:srgbClr val="FBAE40"/>
          </p15:clr>
        </p15:guide>
        <p15:guide id="4" pos="4704">
          <p15:clr>
            <a:srgbClr val="FBAE40"/>
          </p15:clr>
        </p15:guide>
        <p15:guide id="5" pos="5164">
          <p15:clr>
            <a:srgbClr val="FBAE40"/>
          </p15:clr>
        </p15:guide>
        <p15:guide id="6" pos="4934">
          <p15:clr>
            <a:srgbClr val="FBAE40"/>
          </p15:clr>
        </p15:guide>
        <p15:guide id="7" pos="3840">
          <p15:clr>
            <a:srgbClr val="FBAE40"/>
          </p15:clr>
        </p15:guide>
        <p15:guide id="8" pos="782">
          <p15:clr>
            <a:srgbClr val="FBAE40"/>
          </p15:clr>
        </p15:guide>
        <p15:guide id="9" pos="1647">
          <p15:clr>
            <a:srgbClr val="FBAE40"/>
          </p15:clr>
        </p15:guide>
        <p15:guide id="10" pos="6892">
          <p15:clr>
            <a:srgbClr val="FBAE40"/>
          </p15:clr>
        </p15:guide>
        <p15:guide id="11" pos="6027">
          <p15:clr>
            <a:srgbClr val="FBAE40"/>
          </p15:clr>
        </p15:guide>
        <p15:guide id="12" orient="horz" pos="19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ircles Across Team Indigo">
  <p:cSld name="3 Circles Across Team Indigo"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6"/>
          <p:cNvSpPr/>
          <p:nvPr/>
        </p:nvSpPr>
        <p:spPr>
          <a:xfrm>
            <a:off x="0" y="3086100"/>
            <a:ext cx="12192000" cy="3771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6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695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6" name="Google Shape;536;p56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8EC0"/>
              </a:buClr>
              <a:buSzPts val="900"/>
              <a:buFont typeface="Avenir"/>
              <a:buNone/>
              <a:defRPr sz="900" b="0" i="0">
                <a:solidFill>
                  <a:srgbClr val="FD8EC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7" name="Google Shape;537;p56"/>
          <p:cNvSpPr>
            <a:spLocks noGrp="1"/>
          </p:cNvSpPr>
          <p:nvPr>
            <p:ph type="pic" idx="2"/>
          </p:nvPr>
        </p:nvSpPr>
        <p:spPr>
          <a:xfrm>
            <a:off x="4724400" y="1714500"/>
            <a:ext cx="2743200" cy="2743200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8" name="Google Shape;538;p56"/>
          <p:cNvSpPr>
            <a:spLocks noGrp="1"/>
          </p:cNvSpPr>
          <p:nvPr>
            <p:ph type="pic" idx="3"/>
          </p:nvPr>
        </p:nvSpPr>
        <p:spPr>
          <a:xfrm>
            <a:off x="8197850" y="1714500"/>
            <a:ext cx="2743200" cy="2743200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56"/>
          <p:cNvSpPr>
            <a:spLocks noGrp="1"/>
          </p:cNvSpPr>
          <p:nvPr>
            <p:ph type="pic" idx="4"/>
          </p:nvPr>
        </p:nvSpPr>
        <p:spPr>
          <a:xfrm>
            <a:off x="1243584" y="1719072"/>
            <a:ext cx="2743200" cy="2743200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0" name="Google Shape;540;p56"/>
          <p:cNvSpPr txBox="1">
            <a:spLocks noGrp="1"/>
          </p:cNvSpPr>
          <p:nvPr>
            <p:ph type="body" idx="5"/>
          </p:nvPr>
        </p:nvSpPr>
        <p:spPr>
          <a:xfrm>
            <a:off x="4719638" y="4761305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  <a:defRPr sz="1800" b="1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1" name="Google Shape;541;p56"/>
          <p:cNvSpPr txBox="1">
            <a:spLocks noGrp="1"/>
          </p:cNvSpPr>
          <p:nvPr>
            <p:ph type="body" idx="6"/>
          </p:nvPr>
        </p:nvSpPr>
        <p:spPr>
          <a:xfrm>
            <a:off x="4722019" y="5118265"/>
            <a:ext cx="2743200" cy="882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2" name="Google Shape;542;p56"/>
          <p:cNvSpPr txBox="1">
            <a:spLocks noGrp="1"/>
          </p:cNvSpPr>
          <p:nvPr>
            <p:ph type="body" idx="7"/>
          </p:nvPr>
        </p:nvSpPr>
        <p:spPr>
          <a:xfrm>
            <a:off x="1244251" y="4761305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  <a:defRPr sz="1800" b="1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3" name="Google Shape;543;p56"/>
          <p:cNvSpPr txBox="1">
            <a:spLocks noGrp="1"/>
          </p:cNvSpPr>
          <p:nvPr>
            <p:ph type="body" idx="8"/>
          </p:nvPr>
        </p:nvSpPr>
        <p:spPr>
          <a:xfrm>
            <a:off x="1246632" y="5118265"/>
            <a:ext cx="2743200" cy="882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4" name="Google Shape;544;p56"/>
          <p:cNvSpPr txBox="1">
            <a:spLocks noGrp="1"/>
          </p:cNvSpPr>
          <p:nvPr>
            <p:ph type="body" idx="9"/>
          </p:nvPr>
        </p:nvSpPr>
        <p:spPr>
          <a:xfrm>
            <a:off x="8196263" y="4761305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  <a:defRPr sz="1800" b="1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5" name="Google Shape;545;p56"/>
          <p:cNvSpPr txBox="1">
            <a:spLocks noGrp="1"/>
          </p:cNvSpPr>
          <p:nvPr>
            <p:ph type="body" idx="13"/>
          </p:nvPr>
        </p:nvSpPr>
        <p:spPr>
          <a:xfrm>
            <a:off x="8204549" y="5118265"/>
            <a:ext cx="2743200" cy="882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46" name="Google Shape;546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7252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56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56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56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973">
          <p15:clr>
            <a:srgbClr val="FBAE40"/>
          </p15:clr>
        </p15:guide>
        <p15:guide id="2" pos="2512">
          <p15:clr>
            <a:srgbClr val="FBAE40"/>
          </p15:clr>
        </p15:guide>
        <p15:guide id="3" pos="2740">
          <p15:clr>
            <a:srgbClr val="FBAE40"/>
          </p15:clr>
        </p15:guide>
        <p15:guide id="4" pos="4704">
          <p15:clr>
            <a:srgbClr val="FBAE40"/>
          </p15:clr>
        </p15:guide>
        <p15:guide id="5" pos="5164">
          <p15:clr>
            <a:srgbClr val="FBAE40"/>
          </p15:clr>
        </p15:guide>
        <p15:guide id="6" pos="4934">
          <p15:clr>
            <a:srgbClr val="FBAE40"/>
          </p15:clr>
        </p15:guide>
        <p15:guide id="7" pos="3840">
          <p15:clr>
            <a:srgbClr val="FBAE40"/>
          </p15:clr>
        </p15:guide>
        <p15:guide id="8" pos="782">
          <p15:clr>
            <a:srgbClr val="FBAE40"/>
          </p15:clr>
        </p15:guide>
        <p15:guide id="9" pos="1647">
          <p15:clr>
            <a:srgbClr val="FBAE40"/>
          </p15:clr>
        </p15:guide>
        <p15:guide id="10" pos="6892">
          <p15:clr>
            <a:srgbClr val="FBAE40"/>
          </p15:clr>
        </p15:guide>
        <p15:guide id="11" pos="6027">
          <p15:clr>
            <a:srgbClr val="FBAE40"/>
          </p15:clr>
        </p15:guide>
        <p15:guide id="12" orient="horz" pos="19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ircles-Small Indigo">
  <p:cSld name="3 Circles-Small Indigo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7"/>
          <p:cNvSpPr/>
          <p:nvPr/>
        </p:nvSpPr>
        <p:spPr>
          <a:xfrm>
            <a:off x="0" y="3086100"/>
            <a:ext cx="12192000" cy="3771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57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695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3" name="Google Shape;553;p57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8EC0"/>
              </a:buClr>
              <a:buSzPts val="900"/>
              <a:buFont typeface="Avenir"/>
              <a:buNone/>
              <a:defRPr sz="900" b="0" i="0">
                <a:solidFill>
                  <a:srgbClr val="FD8EC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4" name="Google Shape;554;p57"/>
          <p:cNvSpPr>
            <a:spLocks noGrp="1"/>
          </p:cNvSpPr>
          <p:nvPr>
            <p:ph type="pic" idx="2"/>
          </p:nvPr>
        </p:nvSpPr>
        <p:spPr>
          <a:xfrm>
            <a:off x="5181600" y="2182239"/>
            <a:ext cx="1828800" cy="1828800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5" name="Google Shape;555;p57"/>
          <p:cNvSpPr>
            <a:spLocks noGrp="1"/>
          </p:cNvSpPr>
          <p:nvPr>
            <p:ph type="pic" idx="3"/>
          </p:nvPr>
        </p:nvSpPr>
        <p:spPr>
          <a:xfrm>
            <a:off x="8656940" y="2182239"/>
            <a:ext cx="1828800" cy="1828800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6" name="Google Shape;556;p57"/>
          <p:cNvSpPr>
            <a:spLocks noGrp="1"/>
          </p:cNvSpPr>
          <p:nvPr>
            <p:ph type="pic" idx="4"/>
          </p:nvPr>
        </p:nvSpPr>
        <p:spPr>
          <a:xfrm>
            <a:off x="1700355" y="2182239"/>
            <a:ext cx="1828800" cy="1828800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p57"/>
          <p:cNvSpPr txBox="1">
            <a:spLocks noGrp="1"/>
          </p:cNvSpPr>
          <p:nvPr>
            <p:ph type="body" idx="5"/>
          </p:nvPr>
        </p:nvSpPr>
        <p:spPr>
          <a:xfrm>
            <a:off x="4719638" y="4282713"/>
            <a:ext cx="27479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  <a:defRPr sz="1800" b="0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8" name="Google Shape;558;p57"/>
          <p:cNvSpPr txBox="1">
            <a:spLocks noGrp="1"/>
          </p:cNvSpPr>
          <p:nvPr>
            <p:ph type="body" idx="6"/>
          </p:nvPr>
        </p:nvSpPr>
        <p:spPr>
          <a:xfrm>
            <a:off x="1244251" y="4282713"/>
            <a:ext cx="27479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  <a:defRPr sz="1800" b="0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9" name="Google Shape;559;p57"/>
          <p:cNvSpPr txBox="1">
            <a:spLocks noGrp="1"/>
          </p:cNvSpPr>
          <p:nvPr>
            <p:ph type="body" idx="7"/>
          </p:nvPr>
        </p:nvSpPr>
        <p:spPr>
          <a:xfrm>
            <a:off x="8202168" y="4282713"/>
            <a:ext cx="27479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  <a:defRPr sz="1800" b="0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60" name="Google Shape;56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7252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57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57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57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4" name="Google Shape;564;p57"/>
          <p:cNvSpPr txBox="1">
            <a:spLocks noGrp="1"/>
          </p:cNvSpPr>
          <p:nvPr>
            <p:ph type="body" idx="8"/>
          </p:nvPr>
        </p:nvSpPr>
        <p:spPr>
          <a:xfrm>
            <a:off x="571500" y="1397507"/>
            <a:ext cx="11049000" cy="60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venir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973">
          <p15:clr>
            <a:srgbClr val="FBAE40"/>
          </p15:clr>
        </p15:guide>
        <p15:guide id="2" pos="2512">
          <p15:clr>
            <a:srgbClr val="FBAE40"/>
          </p15:clr>
        </p15:guide>
        <p15:guide id="3" pos="2740">
          <p15:clr>
            <a:srgbClr val="FBAE40"/>
          </p15:clr>
        </p15:guide>
        <p15:guide id="4" pos="4704">
          <p15:clr>
            <a:srgbClr val="FBAE40"/>
          </p15:clr>
        </p15:guide>
        <p15:guide id="5" pos="5164">
          <p15:clr>
            <a:srgbClr val="FBAE40"/>
          </p15:clr>
        </p15:guide>
        <p15:guide id="6" pos="4934">
          <p15:clr>
            <a:srgbClr val="FBAE40"/>
          </p15:clr>
        </p15:guide>
        <p15:guide id="7" pos="3840">
          <p15:clr>
            <a:srgbClr val="FBAE40"/>
          </p15:clr>
        </p15:guide>
        <p15:guide id="8" pos="782">
          <p15:clr>
            <a:srgbClr val="FBAE40"/>
          </p15:clr>
        </p15:guide>
        <p15:guide id="9" pos="1647">
          <p15:clr>
            <a:srgbClr val="FBAE40"/>
          </p15:clr>
        </p15:guide>
        <p15:guide id="10" pos="6892">
          <p15:clr>
            <a:srgbClr val="FBAE40"/>
          </p15:clr>
        </p15:guide>
        <p15:guide id="11" pos="6027">
          <p15:clr>
            <a:srgbClr val="FBAE40"/>
          </p15:clr>
        </p15:guide>
        <p15:guide id="12" orient="horz" pos="1944">
          <p15:clr>
            <a:srgbClr val="FBAE40"/>
          </p15:clr>
        </p15:guide>
        <p15:guide id="13" orient="horz" pos="268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ircles Stacked Team Cyan">
  <p:cSld name="3 Circles Stacked Team Cyan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8"/>
          <p:cNvSpPr/>
          <p:nvPr/>
        </p:nvSpPr>
        <p:spPr>
          <a:xfrm>
            <a:off x="6720840" y="0"/>
            <a:ext cx="5471160" cy="68625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8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48387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venir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8" name="Google Shape;568;p58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3155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9" name="Google Shape;569;p58"/>
          <p:cNvSpPr>
            <a:spLocks noGrp="1"/>
          </p:cNvSpPr>
          <p:nvPr>
            <p:ph type="pic" idx="2"/>
          </p:nvPr>
        </p:nvSpPr>
        <p:spPr>
          <a:xfrm>
            <a:off x="5864796" y="4489958"/>
            <a:ext cx="1719072" cy="1719072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0" name="Google Shape;570;p58"/>
          <p:cNvSpPr>
            <a:spLocks noGrp="1"/>
          </p:cNvSpPr>
          <p:nvPr>
            <p:ph type="pic" idx="3"/>
          </p:nvPr>
        </p:nvSpPr>
        <p:spPr>
          <a:xfrm>
            <a:off x="5864796" y="2578608"/>
            <a:ext cx="1719072" cy="1719072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p58"/>
          <p:cNvSpPr>
            <a:spLocks noGrp="1"/>
          </p:cNvSpPr>
          <p:nvPr>
            <p:ph type="pic" idx="4"/>
          </p:nvPr>
        </p:nvSpPr>
        <p:spPr>
          <a:xfrm>
            <a:off x="5864796" y="667258"/>
            <a:ext cx="1719072" cy="1719072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" name="Google Shape;572;p58"/>
          <p:cNvSpPr txBox="1">
            <a:spLocks noGrp="1"/>
          </p:cNvSpPr>
          <p:nvPr>
            <p:ph type="body" idx="5"/>
          </p:nvPr>
        </p:nvSpPr>
        <p:spPr>
          <a:xfrm>
            <a:off x="571500" y="1524000"/>
            <a:ext cx="4838700" cy="447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73" name="Google Shape;573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58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58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58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7" name="Google Shape;577;p58"/>
          <p:cNvSpPr txBox="1">
            <a:spLocks noGrp="1"/>
          </p:cNvSpPr>
          <p:nvPr>
            <p:ph type="body" idx="6"/>
          </p:nvPr>
        </p:nvSpPr>
        <p:spPr>
          <a:xfrm>
            <a:off x="7832725" y="665163"/>
            <a:ext cx="3292475" cy="1720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8" name="Google Shape;578;p58"/>
          <p:cNvSpPr txBox="1">
            <a:spLocks noGrp="1"/>
          </p:cNvSpPr>
          <p:nvPr>
            <p:ph type="body" idx="7"/>
          </p:nvPr>
        </p:nvSpPr>
        <p:spPr>
          <a:xfrm>
            <a:off x="7832725" y="2577938"/>
            <a:ext cx="3292475" cy="1720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9" name="Google Shape;579;p58"/>
          <p:cNvSpPr txBox="1">
            <a:spLocks noGrp="1"/>
          </p:cNvSpPr>
          <p:nvPr>
            <p:ph type="body" idx="8"/>
          </p:nvPr>
        </p:nvSpPr>
        <p:spPr>
          <a:xfrm>
            <a:off x="7832725" y="4489958"/>
            <a:ext cx="3292475" cy="1720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92">
          <p15:clr>
            <a:srgbClr val="FBAE40"/>
          </p15:clr>
        </p15:guide>
        <p15:guide id="2" pos="4778">
          <p15:clr>
            <a:srgbClr val="FBAE40"/>
          </p15:clr>
        </p15:guide>
        <p15:guide id="3" pos="4934">
          <p15:clr>
            <a:srgbClr val="FBAE40"/>
          </p15:clr>
        </p15:guide>
        <p15:guide id="4" pos="423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408">
          <p15:clr>
            <a:srgbClr val="FBAE40"/>
          </p15:clr>
        </p15:guide>
        <p15:guide id="7" orient="horz" pos="3370">
          <p15:clr>
            <a:srgbClr val="FBAE40"/>
          </p15:clr>
        </p15:guide>
        <p15:guide id="8" orient="horz" pos="2827">
          <p15:clr>
            <a:srgbClr val="FBAE40"/>
          </p15:clr>
        </p15:guide>
        <p15:guide id="9" orient="horz" pos="2706">
          <p15:clr>
            <a:srgbClr val="FBAE40"/>
          </p15:clr>
        </p15:guide>
        <p15:guide id="10" orient="horz" pos="3911">
          <p15:clr>
            <a:srgbClr val="FBAE40"/>
          </p15:clr>
        </p15:guide>
        <p15:guide id="11" orient="horz" pos="1622">
          <p15:clr>
            <a:srgbClr val="FBAE40"/>
          </p15:clr>
        </p15:guide>
        <p15:guide id="12" orient="horz" pos="1503">
          <p15:clr>
            <a:srgbClr val="FBAE40"/>
          </p15:clr>
        </p15:guide>
        <p15:guide id="13" orient="horz" pos="419">
          <p15:clr>
            <a:srgbClr val="FBAE40"/>
          </p15:clr>
        </p15:guide>
        <p15:guide id="14" pos="700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ircles Stacked Team Indigo">
  <p:cSld name="3 Circles Stacked Team Indigo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9"/>
          <p:cNvSpPr/>
          <p:nvPr/>
        </p:nvSpPr>
        <p:spPr>
          <a:xfrm>
            <a:off x="6720840" y="0"/>
            <a:ext cx="5471160" cy="68625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59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48387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venir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3" name="Google Shape;583;p59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3155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4" name="Google Shape;584;p59"/>
          <p:cNvSpPr txBox="1">
            <a:spLocks noGrp="1"/>
          </p:cNvSpPr>
          <p:nvPr>
            <p:ph type="body" idx="2"/>
          </p:nvPr>
        </p:nvSpPr>
        <p:spPr>
          <a:xfrm>
            <a:off x="571500" y="1524000"/>
            <a:ext cx="4838700" cy="447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85" name="Google Shape;585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59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59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59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9" name="Google Shape;589;p59"/>
          <p:cNvSpPr txBox="1">
            <a:spLocks noGrp="1"/>
          </p:cNvSpPr>
          <p:nvPr>
            <p:ph type="body" idx="3"/>
          </p:nvPr>
        </p:nvSpPr>
        <p:spPr>
          <a:xfrm>
            <a:off x="7832725" y="665163"/>
            <a:ext cx="3292475" cy="1720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⎯"/>
              <a:defRPr>
                <a:solidFill>
                  <a:schemeClr val="lt1"/>
                </a:solidFill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90"/>
              <a:buChar char="⚬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0" name="Google Shape;590;p59"/>
          <p:cNvSpPr txBox="1">
            <a:spLocks noGrp="1"/>
          </p:cNvSpPr>
          <p:nvPr>
            <p:ph type="body" idx="4"/>
          </p:nvPr>
        </p:nvSpPr>
        <p:spPr>
          <a:xfrm>
            <a:off x="7832725" y="2577938"/>
            <a:ext cx="3292475" cy="1720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⎯"/>
              <a:defRPr>
                <a:solidFill>
                  <a:schemeClr val="lt1"/>
                </a:solidFill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90"/>
              <a:buChar char="⚬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1" name="Google Shape;591;p59"/>
          <p:cNvSpPr txBox="1">
            <a:spLocks noGrp="1"/>
          </p:cNvSpPr>
          <p:nvPr>
            <p:ph type="body" idx="5"/>
          </p:nvPr>
        </p:nvSpPr>
        <p:spPr>
          <a:xfrm>
            <a:off x="7832725" y="4489958"/>
            <a:ext cx="3292475" cy="1720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⎯"/>
              <a:defRPr>
                <a:solidFill>
                  <a:schemeClr val="lt1"/>
                </a:solidFill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90"/>
              <a:buChar char="⚬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2" name="Google Shape;592;p59"/>
          <p:cNvSpPr>
            <a:spLocks noGrp="1"/>
          </p:cNvSpPr>
          <p:nvPr>
            <p:ph type="pic" idx="6"/>
          </p:nvPr>
        </p:nvSpPr>
        <p:spPr>
          <a:xfrm>
            <a:off x="5864796" y="4489958"/>
            <a:ext cx="1719072" cy="1719072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3" name="Google Shape;593;p59"/>
          <p:cNvSpPr>
            <a:spLocks noGrp="1"/>
          </p:cNvSpPr>
          <p:nvPr>
            <p:ph type="pic" idx="7"/>
          </p:nvPr>
        </p:nvSpPr>
        <p:spPr>
          <a:xfrm>
            <a:off x="5864796" y="2578608"/>
            <a:ext cx="1719072" cy="1719072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4" name="Google Shape;594;p59"/>
          <p:cNvSpPr>
            <a:spLocks noGrp="1"/>
          </p:cNvSpPr>
          <p:nvPr>
            <p:ph type="pic" idx="8"/>
          </p:nvPr>
        </p:nvSpPr>
        <p:spPr>
          <a:xfrm>
            <a:off x="5864796" y="667258"/>
            <a:ext cx="1719072" cy="1719072"/>
          </a:xfrm>
          <a:prstGeom prst="ellipse">
            <a:avLst/>
          </a:prstGeom>
          <a:solidFill>
            <a:srgbClr val="F2F2F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92">
          <p15:clr>
            <a:srgbClr val="FBAE40"/>
          </p15:clr>
        </p15:guide>
        <p15:guide id="2" pos="4778">
          <p15:clr>
            <a:srgbClr val="FBAE40"/>
          </p15:clr>
        </p15:guide>
        <p15:guide id="3" pos="4934">
          <p15:clr>
            <a:srgbClr val="FBAE40"/>
          </p15:clr>
        </p15:guide>
        <p15:guide id="4" pos="423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408">
          <p15:clr>
            <a:srgbClr val="FBAE40"/>
          </p15:clr>
        </p15:guide>
        <p15:guide id="7" orient="horz" pos="3370">
          <p15:clr>
            <a:srgbClr val="FBAE40"/>
          </p15:clr>
        </p15:guide>
        <p15:guide id="8" orient="horz" pos="2827">
          <p15:clr>
            <a:srgbClr val="FBAE40"/>
          </p15:clr>
        </p15:guide>
        <p15:guide id="9" orient="horz" pos="2706">
          <p15:clr>
            <a:srgbClr val="FBAE40"/>
          </p15:clr>
        </p15:guide>
        <p15:guide id="10" orient="horz" pos="3911">
          <p15:clr>
            <a:srgbClr val="FBAE40"/>
          </p15:clr>
        </p15:guide>
        <p15:guide id="11" orient="horz" pos="1622">
          <p15:clr>
            <a:srgbClr val="FBAE40"/>
          </p15:clr>
        </p15:guide>
        <p15:guide id="12" orient="horz" pos="1503">
          <p15:clr>
            <a:srgbClr val="FBAE40"/>
          </p15:clr>
        </p15:guide>
        <p15:guide id="13" orient="horz" pos="419">
          <p15:clr>
            <a:srgbClr val="FBAE40"/>
          </p15:clr>
        </p15:guide>
        <p15:guide id="14" pos="700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ircles Stacked Team Indigo">
  <p:cSld name="4 Circles Stacked Team Indigo"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0"/>
          <p:cNvSpPr/>
          <p:nvPr/>
        </p:nvSpPr>
        <p:spPr>
          <a:xfrm>
            <a:off x="5743575" y="0"/>
            <a:ext cx="6448425" cy="68625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60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4710113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venir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60"/>
          <p:cNvSpPr txBox="1">
            <a:spLocks noGrp="1"/>
          </p:cNvSpPr>
          <p:nvPr>
            <p:ph type="body" idx="1"/>
          </p:nvPr>
        </p:nvSpPr>
        <p:spPr>
          <a:xfrm>
            <a:off x="6196013" y="6286500"/>
            <a:ext cx="542448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8EC0"/>
              </a:buClr>
              <a:buSzPts val="900"/>
              <a:buFont typeface="Avenir"/>
              <a:buNone/>
              <a:defRPr sz="900" b="0" i="0">
                <a:solidFill>
                  <a:srgbClr val="FD8EC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9" name="Google Shape;599;p60"/>
          <p:cNvSpPr>
            <a:spLocks noGrp="1"/>
          </p:cNvSpPr>
          <p:nvPr>
            <p:ph type="pic" idx="2"/>
          </p:nvPr>
        </p:nvSpPr>
        <p:spPr>
          <a:xfrm>
            <a:off x="5286375" y="4143741"/>
            <a:ext cx="914400" cy="914400"/>
          </a:xfrm>
          <a:prstGeom prst="ellipse">
            <a:avLst/>
          </a:prstGeom>
          <a:solidFill>
            <a:srgbClr val="F2F2F2"/>
          </a:solidFill>
          <a:ln w="508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0" name="Google Shape;600;p60"/>
          <p:cNvSpPr>
            <a:spLocks noGrp="1"/>
          </p:cNvSpPr>
          <p:nvPr>
            <p:ph type="pic" idx="3"/>
          </p:nvPr>
        </p:nvSpPr>
        <p:spPr>
          <a:xfrm>
            <a:off x="5286375" y="3132138"/>
            <a:ext cx="914400" cy="914400"/>
          </a:xfrm>
          <a:prstGeom prst="ellipse">
            <a:avLst/>
          </a:prstGeom>
          <a:solidFill>
            <a:srgbClr val="F2F2F2"/>
          </a:solidFill>
          <a:ln w="508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1" name="Google Shape;601;p60"/>
          <p:cNvSpPr>
            <a:spLocks noGrp="1"/>
          </p:cNvSpPr>
          <p:nvPr>
            <p:ph type="pic" idx="4"/>
          </p:nvPr>
        </p:nvSpPr>
        <p:spPr>
          <a:xfrm>
            <a:off x="5286375" y="2113154"/>
            <a:ext cx="914400" cy="914400"/>
          </a:xfrm>
          <a:prstGeom prst="ellipse">
            <a:avLst/>
          </a:prstGeom>
          <a:solidFill>
            <a:srgbClr val="F2F2F2"/>
          </a:solidFill>
          <a:ln w="508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2" name="Google Shape;602;p60"/>
          <p:cNvSpPr txBox="1">
            <a:spLocks noGrp="1"/>
          </p:cNvSpPr>
          <p:nvPr>
            <p:ph type="body" idx="5"/>
          </p:nvPr>
        </p:nvSpPr>
        <p:spPr>
          <a:xfrm>
            <a:off x="571500" y="1524000"/>
            <a:ext cx="42672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03" name="Google Shape;603;p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60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60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60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7" name="Google Shape;607;p60"/>
          <p:cNvSpPr>
            <a:spLocks noGrp="1"/>
          </p:cNvSpPr>
          <p:nvPr>
            <p:ph type="pic" idx="6"/>
          </p:nvPr>
        </p:nvSpPr>
        <p:spPr>
          <a:xfrm>
            <a:off x="5286375" y="5153025"/>
            <a:ext cx="914400" cy="914400"/>
          </a:xfrm>
          <a:prstGeom prst="ellipse">
            <a:avLst/>
          </a:prstGeom>
          <a:solidFill>
            <a:srgbClr val="F2F2F2"/>
          </a:solidFill>
          <a:ln w="508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8" name="Google Shape;608;p60"/>
          <p:cNvSpPr txBox="1">
            <a:spLocks noGrp="1"/>
          </p:cNvSpPr>
          <p:nvPr>
            <p:ph type="body" idx="7"/>
          </p:nvPr>
        </p:nvSpPr>
        <p:spPr>
          <a:xfrm>
            <a:off x="6629400" y="571500"/>
            <a:ext cx="4495800" cy="54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⎯"/>
              <a:defRPr>
                <a:solidFill>
                  <a:schemeClr val="lt1"/>
                </a:solidFill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90"/>
              <a:buChar char="⚬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venir"/>
              <a:buNone/>
              <a:defRPr>
                <a:solidFill>
                  <a:schemeClr val="accent4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176">
          <p15:clr>
            <a:srgbClr val="FBAE40"/>
          </p15:clr>
        </p15:guide>
        <p15:guide id="2" orient="horz" pos="2038">
          <p15:clr>
            <a:srgbClr val="FBAE40"/>
          </p15:clr>
        </p15:guide>
        <p15:guide id="3" pos="3618">
          <p15:clr>
            <a:srgbClr val="FBAE40"/>
          </p15:clr>
        </p15:guide>
        <p15:guide id="4" orient="horz" pos="3307">
          <p15:clr>
            <a:srgbClr val="FBAE40"/>
          </p15:clr>
        </p15:guide>
        <p15:guide id="5" orient="horz" pos="3122">
          <p15:clr>
            <a:srgbClr val="FBAE40"/>
          </p15:clr>
        </p15:guide>
        <p15:guide id="6" orient="horz" pos="2484">
          <p15:clr>
            <a:srgbClr val="FBAE40"/>
          </p15:clr>
        </p15:guide>
        <p15:guide id="7" orient="horz" pos="1623">
          <p15:clr>
            <a:srgbClr val="FBAE40"/>
          </p15:clr>
        </p15:guide>
        <p15:guide id="8" orient="horz" pos="1400">
          <p15:clr>
            <a:srgbClr val="FBAE40"/>
          </p15:clr>
        </p15:guide>
        <p15:guide id="9" orient="horz" pos="542">
          <p15:clr>
            <a:srgbClr val="FBAE40"/>
          </p15:clr>
        </p15:guide>
        <p15:guide id="10" pos="7008">
          <p15:clr>
            <a:srgbClr val="FBAE40"/>
          </p15:clr>
        </p15:guide>
        <p15:guide id="11" pos="3903">
          <p15:clr>
            <a:srgbClr val="FBAE40"/>
          </p15:clr>
        </p15:guide>
        <p15:guide id="12" pos="3327">
          <p15:clr>
            <a:srgbClr val="FBAE40"/>
          </p15:clr>
        </p15:guide>
        <p15:guide id="13" pos="3048">
          <p15:clr>
            <a:srgbClr val="FBAE40"/>
          </p15:clr>
        </p15:guide>
        <p15:guide id="14" orient="horz" pos="3760">
          <p15:clr>
            <a:srgbClr val="FBAE40"/>
          </p15:clr>
        </p15:guide>
        <p15:guide id="15" orient="horz" pos="3534">
          <p15:clr>
            <a:srgbClr val="FBAE40"/>
          </p15:clr>
        </p15:guide>
        <p15:guide id="16" orient="horz" pos="2896">
          <p15:clr>
            <a:srgbClr val="FBAE40"/>
          </p15:clr>
        </p15:guide>
        <p15:guide id="17" orient="horz" pos="2674">
          <p15:clr>
            <a:srgbClr val="FBAE40"/>
          </p15:clr>
        </p15:guide>
        <p15:guide id="18" orient="horz" pos="2261">
          <p15:clr>
            <a:srgbClr val="FBAE40"/>
          </p15:clr>
        </p15:guide>
        <p15:guide id="19" orient="horz" pos="1847">
          <p15:clr>
            <a:srgbClr val="FBAE40"/>
          </p15:clr>
        </p15:guide>
        <p15:guide id="20" pos="1824">
          <p15:clr>
            <a:srgbClr val="FBAE40"/>
          </p15:clr>
        </p15:guide>
        <p15:guide id="21" pos="158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Layout Indigo">
  <p:cSld name="Split Layout Indigo"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1"/>
          <p:cNvSpPr/>
          <p:nvPr/>
        </p:nvSpPr>
        <p:spPr>
          <a:xfrm>
            <a:off x="5743575" y="0"/>
            <a:ext cx="6448425" cy="68625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61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4710113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venir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2" name="Google Shape;612;p61"/>
          <p:cNvSpPr txBox="1">
            <a:spLocks noGrp="1"/>
          </p:cNvSpPr>
          <p:nvPr>
            <p:ph type="body" idx="1"/>
          </p:nvPr>
        </p:nvSpPr>
        <p:spPr>
          <a:xfrm>
            <a:off x="6196013" y="6286500"/>
            <a:ext cx="542448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8EC0"/>
              </a:buClr>
              <a:buSzPts val="900"/>
              <a:buFont typeface="Avenir"/>
              <a:buNone/>
              <a:defRPr sz="900" b="0" i="0">
                <a:solidFill>
                  <a:srgbClr val="FD8EC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3" name="Google Shape;613;p61"/>
          <p:cNvSpPr txBox="1">
            <a:spLocks noGrp="1"/>
          </p:cNvSpPr>
          <p:nvPr>
            <p:ph type="body" idx="2"/>
          </p:nvPr>
        </p:nvSpPr>
        <p:spPr>
          <a:xfrm>
            <a:off x="571499" y="1524000"/>
            <a:ext cx="4710113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14" name="Google Shape;614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61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61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61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8" name="Google Shape;618;p61"/>
          <p:cNvSpPr txBox="1">
            <a:spLocks noGrp="1"/>
          </p:cNvSpPr>
          <p:nvPr>
            <p:ph type="body" idx="3"/>
          </p:nvPr>
        </p:nvSpPr>
        <p:spPr>
          <a:xfrm>
            <a:off x="6196013" y="571500"/>
            <a:ext cx="4929187" cy="54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⎯"/>
              <a:defRPr>
                <a:solidFill>
                  <a:schemeClr val="lt1"/>
                </a:solidFill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90"/>
              <a:buChar char="⚬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venir"/>
              <a:buNone/>
              <a:defRPr>
                <a:solidFill>
                  <a:schemeClr val="accent4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venir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18">
          <p15:clr>
            <a:srgbClr val="FBAE40"/>
          </p15:clr>
        </p15:guide>
        <p15:guide id="2" orient="horz" pos="960">
          <p15:clr>
            <a:srgbClr val="FBAE40"/>
          </p15:clr>
        </p15:guide>
        <p15:guide id="3" orient="horz" pos="542">
          <p15:clr>
            <a:srgbClr val="FBAE40"/>
          </p15:clr>
        </p15:guide>
        <p15:guide id="4" pos="7008">
          <p15:clr>
            <a:srgbClr val="FBAE40"/>
          </p15:clr>
        </p15:guide>
        <p15:guide id="5" pos="3903">
          <p15:clr>
            <a:srgbClr val="FBAE40"/>
          </p15:clr>
        </p15:guide>
        <p15:guide id="6" pos="332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hart + Callout">
  <p:cSld name="Title + Chart + Callout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2"/>
          <p:cNvSpPr txBox="1">
            <a:spLocks noGrp="1"/>
          </p:cNvSpPr>
          <p:nvPr>
            <p:ph type="title"/>
          </p:nvPr>
        </p:nvSpPr>
        <p:spPr>
          <a:xfrm>
            <a:off x="571499" y="571500"/>
            <a:ext cx="6134101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venir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62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66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2" name="Google Shape;622;p62"/>
          <p:cNvSpPr>
            <a:spLocks noGrp="1"/>
          </p:cNvSpPr>
          <p:nvPr>
            <p:ph type="chart" idx="2"/>
          </p:nvPr>
        </p:nvSpPr>
        <p:spPr>
          <a:xfrm>
            <a:off x="571501" y="1524000"/>
            <a:ext cx="61341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160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TR"/>
              <a:buChar char="⎯"/>
              <a:defRPr sz="1400" b="0" i="0" u="none" strike="noStrike" cap="none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TR"/>
              <a:buChar char="⚬"/>
              <a:defRPr sz="1400" b="0" i="0" u="none" strike="noStrike" cap="none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 sz="1600" b="1" i="0" u="none" strike="noStrike" cap="none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1" u="none" strike="noStrike" cap="none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venir"/>
              <a:buNone/>
              <a:defRPr sz="1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4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23" name="Google Shape;623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62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62"/>
          <p:cNvSpPr>
            <a:spLocks noGrp="1"/>
          </p:cNvSpPr>
          <p:nvPr>
            <p:ph type="body" idx="3"/>
          </p:nvPr>
        </p:nvSpPr>
        <p:spPr>
          <a:xfrm>
            <a:off x="7010400" y="1219201"/>
            <a:ext cx="4610100" cy="4800599"/>
          </a:xfrm>
          <a:prstGeom prst="roundRect">
            <a:avLst>
              <a:gd name="adj" fmla="val 1995"/>
            </a:avLst>
          </a:prstGeom>
          <a:solidFill>
            <a:srgbClr val="F3F5F9"/>
          </a:solidFill>
          <a:ln>
            <a:noFill/>
          </a:ln>
        </p:spPr>
        <p:txBody>
          <a:bodyPr spcFirstLastPara="1" wrap="square" lIns="228600" tIns="228600" rIns="228600" bIns="2286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⎯"/>
              <a:defRPr sz="1400"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Char char="⚬"/>
              <a:defRPr sz="1400"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 sz="1600" b="1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1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6" name="Google Shape;626;p62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62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416">
          <p15:clr>
            <a:srgbClr val="FBAE40"/>
          </p15:clr>
        </p15:guide>
        <p15:guide id="2" pos="4224">
          <p15:clr>
            <a:srgbClr val="FBAE40"/>
          </p15:clr>
        </p15:guide>
        <p15:guide id="3" orient="horz" pos="391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+ Callout">
  <p:cSld name="Title + Content + Callout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3"/>
          <p:cNvSpPr txBox="1">
            <a:spLocks noGrp="1"/>
          </p:cNvSpPr>
          <p:nvPr>
            <p:ph type="title"/>
          </p:nvPr>
        </p:nvSpPr>
        <p:spPr>
          <a:xfrm>
            <a:off x="571499" y="571500"/>
            <a:ext cx="6134101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venir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63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66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31" name="Google Shape;631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63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63"/>
          <p:cNvSpPr>
            <a:spLocks noGrp="1"/>
          </p:cNvSpPr>
          <p:nvPr>
            <p:ph type="body" idx="2"/>
          </p:nvPr>
        </p:nvSpPr>
        <p:spPr>
          <a:xfrm>
            <a:off x="7010400" y="1219201"/>
            <a:ext cx="4610100" cy="4800599"/>
          </a:xfrm>
          <a:prstGeom prst="roundRect">
            <a:avLst>
              <a:gd name="adj" fmla="val 1995"/>
            </a:avLst>
          </a:prstGeom>
          <a:solidFill>
            <a:srgbClr val="F3F5F9"/>
          </a:solidFill>
          <a:ln>
            <a:noFill/>
          </a:ln>
        </p:spPr>
        <p:txBody>
          <a:bodyPr spcFirstLastPara="1" wrap="square" lIns="228600" tIns="228600" rIns="228600" bIns="22860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1496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360"/>
              <a:buChar char="⚬"/>
              <a:defRPr sz="1600"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venir"/>
              <a:buNone/>
              <a:defRPr sz="1800" b="1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1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4" name="Google Shape;634;p63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63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6" name="Google Shape;636;p63"/>
          <p:cNvSpPr txBox="1">
            <a:spLocks noGrp="1"/>
          </p:cNvSpPr>
          <p:nvPr>
            <p:ph type="body" idx="3"/>
          </p:nvPr>
        </p:nvSpPr>
        <p:spPr>
          <a:xfrm>
            <a:off x="571500" y="1524000"/>
            <a:ext cx="61341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416">
          <p15:clr>
            <a:srgbClr val="FBAE40"/>
          </p15:clr>
        </p15:guide>
        <p15:guide id="2" pos="4224">
          <p15:clr>
            <a:srgbClr val="FBAE40"/>
          </p15:clr>
        </p15:guide>
        <p15:guide id="3" orient="horz" pos="391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hart + Callout Indigo">
  <p:cSld name="Title + Chart + Callout Indigo">
    <p:bg>
      <p:bgPr>
        <a:solidFill>
          <a:schemeClr val="accent2"/>
        </a:solid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4"/>
          <p:cNvSpPr txBox="1">
            <a:spLocks noGrp="1"/>
          </p:cNvSpPr>
          <p:nvPr>
            <p:ph type="title"/>
          </p:nvPr>
        </p:nvSpPr>
        <p:spPr>
          <a:xfrm>
            <a:off x="571499" y="571500"/>
            <a:ext cx="6134101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venir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64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66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8EC0"/>
              </a:buClr>
              <a:buSzPts val="900"/>
              <a:buFont typeface="Avenir"/>
              <a:buNone/>
              <a:defRPr sz="900" b="0" i="0">
                <a:solidFill>
                  <a:srgbClr val="FD8EC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0" name="Google Shape;640;p64"/>
          <p:cNvSpPr>
            <a:spLocks noGrp="1"/>
          </p:cNvSpPr>
          <p:nvPr>
            <p:ph type="chart" idx="2"/>
          </p:nvPr>
        </p:nvSpPr>
        <p:spPr>
          <a:xfrm>
            <a:off x="571501" y="1524000"/>
            <a:ext cx="61341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160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TR"/>
              <a:buChar char="⎯"/>
              <a:defRPr sz="1400" b="0" i="0" u="none" strike="noStrike" cap="none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TR"/>
              <a:buChar char="⚬"/>
              <a:defRPr sz="1400" b="0" i="0" u="none" strike="noStrike" cap="none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 sz="1600" b="1" i="0" u="none" strike="noStrike" cap="none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1" u="none" strike="noStrike" cap="none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venir"/>
              <a:buNone/>
              <a:defRPr sz="1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4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41" name="Google Shape;641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7252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64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64"/>
          <p:cNvSpPr>
            <a:spLocks noGrp="1"/>
          </p:cNvSpPr>
          <p:nvPr>
            <p:ph type="body" idx="3"/>
          </p:nvPr>
        </p:nvSpPr>
        <p:spPr>
          <a:xfrm>
            <a:off x="7010400" y="1219201"/>
            <a:ext cx="4610100" cy="4800599"/>
          </a:xfrm>
          <a:prstGeom prst="roundRect">
            <a:avLst>
              <a:gd name="adj" fmla="val 1995"/>
            </a:avLst>
          </a:prstGeom>
          <a:solidFill>
            <a:srgbClr val="9BD7EF"/>
          </a:solidFill>
          <a:ln>
            <a:noFill/>
          </a:ln>
        </p:spPr>
        <p:txBody>
          <a:bodyPr spcFirstLastPara="1" wrap="square" lIns="228600" tIns="228600" rIns="228600" bIns="2286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⎯"/>
              <a:defRPr sz="1400"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Char char="⚬"/>
              <a:defRPr sz="1400"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 sz="1600" b="1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1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4" name="Google Shape;644;p64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64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416">
          <p15:clr>
            <a:srgbClr val="FBAE40"/>
          </p15:clr>
        </p15:guide>
        <p15:guide id="2" pos="4224">
          <p15:clr>
            <a:srgbClr val="FBAE40"/>
          </p15:clr>
        </p15:guide>
        <p15:guide id="3" orient="horz" pos="391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able + Callout">
  <p:cSld name="Title + Table + Callout"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5"/>
          <p:cNvSpPr txBox="1">
            <a:spLocks noGrp="1"/>
          </p:cNvSpPr>
          <p:nvPr>
            <p:ph type="title"/>
          </p:nvPr>
        </p:nvSpPr>
        <p:spPr>
          <a:xfrm>
            <a:off x="571499" y="571500"/>
            <a:ext cx="6134101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venir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8" name="Google Shape;648;p65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66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49" name="Google Shape;649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65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65"/>
          <p:cNvSpPr>
            <a:spLocks noGrp="1"/>
          </p:cNvSpPr>
          <p:nvPr>
            <p:ph type="body" idx="2"/>
          </p:nvPr>
        </p:nvSpPr>
        <p:spPr>
          <a:xfrm>
            <a:off x="7010400" y="1219201"/>
            <a:ext cx="4610100" cy="4800599"/>
          </a:xfrm>
          <a:prstGeom prst="roundRect">
            <a:avLst>
              <a:gd name="adj" fmla="val 1995"/>
            </a:avLst>
          </a:prstGeom>
          <a:solidFill>
            <a:srgbClr val="F3F5F9"/>
          </a:solidFill>
          <a:ln>
            <a:noFill/>
          </a:ln>
        </p:spPr>
        <p:txBody>
          <a:bodyPr spcFirstLastPara="1" wrap="square" lIns="228600" tIns="228600" rIns="228600" bIns="2286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⎯"/>
              <a:defRPr sz="1400"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Char char="⚬"/>
              <a:defRPr sz="1400"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 sz="1600" b="1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1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2" name="Google Shape;652;p65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65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416">
          <p15:clr>
            <a:srgbClr val="FBAE40"/>
          </p15:clr>
        </p15:guide>
        <p15:guide id="2" pos="4224">
          <p15:clr>
            <a:srgbClr val="FBAE40"/>
          </p15:clr>
        </p15:guide>
        <p15:guide id="3" orient="horz" pos="391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+ Table + Callout">
  <p:cSld name="1_Title + Table + Callout">
    <p:bg>
      <p:bgPr>
        <a:solidFill>
          <a:schemeClr val="accent2"/>
        </a:solidFill>
        <a:effectLst/>
      </p:bgPr>
    </p:bg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6"/>
          <p:cNvSpPr txBox="1">
            <a:spLocks noGrp="1"/>
          </p:cNvSpPr>
          <p:nvPr>
            <p:ph type="title"/>
          </p:nvPr>
        </p:nvSpPr>
        <p:spPr>
          <a:xfrm>
            <a:off x="571499" y="571500"/>
            <a:ext cx="6134101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venir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6" name="Google Shape;656;p66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66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8EC0"/>
              </a:buClr>
              <a:buSzPts val="900"/>
              <a:buFont typeface="Avenir"/>
              <a:buNone/>
              <a:defRPr sz="900" b="0" i="0">
                <a:solidFill>
                  <a:srgbClr val="FD8EC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57" name="Google Shape;657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7252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66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66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66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1" name="Google Shape;661;p66"/>
          <p:cNvSpPr>
            <a:spLocks noGrp="1"/>
          </p:cNvSpPr>
          <p:nvPr>
            <p:ph type="body" idx="2"/>
          </p:nvPr>
        </p:nvSpPr>
        <p:spPr>
          <a:xfrm>
            <a:off x="7010400" y="1219201"/>
            <a:ext cx="4610100" cy="4800599"/>
          </a:xfrm>
          <a:prstGeom prst="roundRect">
            <a:avLst>
              <a:gd name="adj" fmla="val 1995"/>
            </a:avLst>
          </a:prstGeom>
          <a:solidFill>
            <a:srgbClr val="9BD7EF"/>
          </a:solidFill>
          <a:ln>
            <a:noFill/>
          </a:ln>
        </p:spPr>
        <p:txBody>
          <a:bodyPr spcFirstLastPara="1" wrap="square" lIns="228600" tIns="228600" rIns="228600" bIns="2286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⎯"/>
              <a:defRPr sz="1400"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416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Char char="⚬"/>
              <a:defRPr sz="1400"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 sz="1600" b="1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1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416">
          <p15:clr>
            <a:srgbClr val="FBAE40"/>
          </p15:clr>
        </p15:guide>
        <p15:guide id="2" pos="4224">
          <p15:clr>
            <a:srgbClr val="FBAE40"/>
          </p15:clr>
        </p15:guide>
        <p15:guide id="3" orient="horz" pos="391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9 Items + 1 Column">
  <p:cSld name="List 9 Items + 1 Column">
    <p:bg>
      <p:bgPr>
        <a:solidFill>
          <a:schemeClr val="lt1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Google Shape;663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67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5" name="Google Shape;665;p67"/>
          <p:cNvSpPr>
            <a:spLocks noGrp="1"/>
          </p:cNvSpPr>
          <p:nvPr>
            <p:ph type="body" idx="2"/>
          </p:nvPr>
        </p:nvSpPr>
        <p:spPr>
          <a:xfrm>
            <a:off x="571500" y="1363269"/>
            <a:ext cx="11049000" cy="392409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 sz="16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6" name="Google Shape;666;p67"/>
          <p:cNvSpPr>
            <a:spLocks noGrp="1"/>
          </p:cNvSpPr>
          <p:nvPr>
            <p:ph type="body" idx="3"/>
          </p:nvPr>
        </p:nvSpPr>
        <p:spPr>
          <a:xfrm>
            <a:off x="571500" y="1363269"/>
            <a:ext cx="407898" cy="392409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7" name="Google Shape;667;p67"/>
          <p:cNvSpPr>
            <a:spLocks noGrp="1"/>
          </p:cNvSpPr>
          <p:nvPr>
            <p:ph type="body" idx="4"/>
          </p:nvPr>
        </p:nvSpPr>
        <p:spPr>
          <a:xfrm>
            <a:off x="571500" y="1883506"/>
            <a:ext cx="11049000" cy="392409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 sz="16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8" name="Google Shape;668;p67"/>
          <p:cNvSpPr>
            <a:spLocks noGrp="1"/>
          </p:cNvSpPr>
          <p:nvPr>
            <p:ph type="body" idx="5"/>
          </p:nvPr>
        </p:nvSpPr>
        <p:spPr>
          <a:xfrm>
            <a:off x="571500" y="1883506"/>
            <a:ext cx="407898" cy="392409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9" name="Google Shape;669;p67"/>
          <p:cNvSpPr>
            <a:spLocks noGrp="1"/>
          </p:cNvSpPr>
          <p:nvPr>
            <p:ph type="body" idx="6"/>
          </p:nvPr>
        </p:nvSpPr>
        <p:spPr>
          <a:xfrm>
            <a:off x="571500" y="2403743"/>
            <a:ext cx="11049000" cy="392409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 sz="16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0" name="Google Shape;670;p67"/>
          <p:cNvSpPr>
            <a:spLocks noGrp="1"/>
          </p:cNvSpPr>
          <p:nvPr>
            <p:ph type="body" idx="7"/>
          </p:nvPr>
        </p:nvSpPr>
        <p:spPr>
          <a:xfrm>
            <a:off x="571500" y="2403743"/>
            <a:ext cx="407898" cy="392409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1" name="Google Shape;671;p67"/>
          <p:cNvSpPr>
            <a:spLocks noGrp="1"/>
          </p:cNvSpPr>
          <p:nvPr>
            <p:ph type="body" idx="8"/>
          </p:nvPr>
        </p:nvSpPr>
        <p:spPr>
          <a:xfrm>
            <a:off x="571500" y="2923980"/>
            <a:ext cx="11049000" cy="392409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 sz="16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2" name="Google Shape;672;p67"/>
          <p:cNvSpPr>
            <a:spLocks noGrp="1"/>
          </p:cNvSpPr>
          <p:nvPr>
            <p:ph type="body" idx="9"/>
          </p:nvPr>
        </p:nvSpPr>
        <p:spPr>
          <a:xfrm>
            <a:off x="571500" y="2923980"/>
            <a:ext cx="407898" cy="392409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3" name="Google Shape;673;p67"/>
          <p:cNvSpPr>
            <a:spLocks noGrp="1"/>
          </p:cNvSpPr>
          <p:nvPr>
            <p:ph type="body" idx="13"/>
          </p:nvPr>
        </p:nvSpPr>
        <p:spPr>
          <a:xfrm>
            <a:off x="571500" y="3444217"/>
            <a:ext cx="11049000" cy="392409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 sz="16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4" name="Google Shape;674;p67"/>
          <p:cNvSpPr>
            <a:spLocks noGrp="1"/>
          </p:cNvSpPr>
          <p:nvPr>
            <p:ph type="body" idx="14"/>
          </p:nvPr>
        </p:nvSpPr>
        <p:spPr>
          <a:xfrm>
            <a:off x="571500" y="3444217"/>
            <a:ext cx="407898" cy="392409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5" name="Google Shape;675;p67"/>
          <p:cNvSpPr>
            <a:spLocks noGrp="1"/>
          </p:cNvSpPr>
          <p:nvPr>
            <p:ph type="body" idx="15"/>
          </p:nvPr>
        </p:nvSpPr>
        <p:spPr>
          <a:xfrm>
            <a:off x="571500" y="3964454"/>
            <a:ext cx="11049000" cy="392409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 sz="16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6" name="Google Shape;676;p67"/>
          <p:cNvSpPr>
            <a:spLocks noGrp="1"/>
          </p:cNvSpPr>
          <p:nvPr>
            <p:ph type="body" idx="16"/>
          </p:nvPr>
        </p:nvSpPr>
        <p:spPr>
          <a:xfrm>
            <a:off x="571500" y="3964454"/>
            <a:ext cx="407898" cy="392409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7" name="Google Shape;677;p67"/>
          <p:cNvSpPr>
            <a:spLocks noGrp="1"/>
          </p:cNvSpPr>
          <p:nvPr>
            <p:ph type="body" idx="17"/>
          </p:nvPr>
        </p:nvSpPr>
        <p:spPr>
          <a:xfrm>
            <a:off x="571500" y="4484691"/>
            <a:ext cx="11049000" cy="392409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 sz="16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8" name="Google Shape;678;p67"/>
          <p:cNvSpPr>
            <a:spLocks noGrp="1"/>
          </p:cNvSpPr>
          <p:nvPr>
            <p:ph type="body" idx="18"/>
          </p:nvPr>
        </p:nvSpPr>
        <p:spPr>
          <a:xfrm>
            <a:off x="571500" y="4484691"/>
            <a:ext cx="407898" cy="392409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9" name="Google Shape;679;p67"/>
          <p:cNvSpPr>
            <a:spLocks noGrp="1"/>
          </p:cNvSpPr>
          <p:nvPr>
            <p:ph type="body" idx="19"/>
          </p:nvPr>
        </p:nvSpPr>
        <p:spPr>
          <a:xfrm>
            <a:off x="571500" y="5004928"/>
            <a:ext cx="11049000" cy="392409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 sz="16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0" name="Google Shape;680;p67"/>
          <p:cNvSpPr>
            <a:spLocks noGrp="1"/>
          </p:cNvSpPr>
          <p:nvPr>
            <p:ph type="body" idx="20"/>
          </p:nvPr>
        </p:nvSpPr>
        <p:spPr>
          <a:xfrm>
            <a:off x="571500" y="5004928"/>
            <a:ext cx="407898" cy="392409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1" name="Google Shape;681;p67"/>
          <p:cNvSpPr>
            <a:spLocks noGrp="1"/>
          </p:cNvSpPr>
          <p:nvPr>
            <p:ph type="body" idx="21"/>
          </p:nvPr>
        </p:nvSpPr>
        <p:spPr>
          <a:xfrm>
            <a:off x="571500" y="5525166"/>
            <a:ext cx="11049000" cy="392409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 sz="16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2" name="Google Shape;682;p67"/>
          <p:cNvSpPr>
            <a:spLocks noGrp="1"/>
          </p:cNvSpPr>
          <p:nvPr>
            <p:ph type="body" idx="22"/>
          </p:nvPr>
        </p:nvSpPr>
        <p:spPr>
          <a:xfrm>
            <a:off x="571500" y="5525166"/>
            <a:ext cx="407898" cy="392409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3" name="Google Shape;683;p67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67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695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5" name="Google Shape;685;p67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67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080">
          <p15:clr>
            <a:srgbClr val="FBAE40"/>
          </p15:clr>
        </p15:guide>
        <p15:guide id="4" orient="horz" pos="3960">
          <p15:clr>
            <a:srgbClr val="FBAE40"/>
          </p15:clr>
        </p15:guide>
        <p15:guide id="5" pos="360">
          <p15:clr>
            <a:srgbClr val="FBAE40"/>
          </p15:clr>
        </p15:guide>
        <p15:guide id="6" pos="7320">
          <p15:clr>
            <a:srgbClr val="FBAE40"/>
          </p15:clr>
        </p15:guide>
        <p15:guide id="7" orient="horz" pos="3792">
          <p15:clr>
            <a:srgbClr val="FBAE40"/>
          </p15:clr>
        </p15:guide>
        <p15:guide id="8" orient="horz" pos="136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10 Items + 1 Column">
  <p:cSld name="List 10 Items + 1 Column">
    <p:bg>
      <p:bgPr>
        <a:solidFill>
          <a:schemeClr val="lt1"/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68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0" name="Google Shape;690;p68"/>
          <p:cNvSpPr>
            <a:spLocks noGrp="1"/>
          </p:cNvSpPr>
          <p:nvPr>
            <p:ph type="body" idx="2"/>
          </p:nvPr>
        </p:nvSpPr>
        <p:spPr>
          <a:xfrm>
            <a:off x="571500" y="1442722"/>
            <a:ext cx="11049000" cy="365760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1" name="Google Shape;691;p68"/>
          <p:cNvSpPr>
            <a:spLocks noGrp="1"/>
          </p:cNvSpPr>
          <p:nvPr>
            <p:ph type="body" idx="3"/>
          </p:nvPr>
        </p:nvSpPr>
        <p:spPr>
          <a:xfrm>
            <a:off x="571500" y="1442722"/>
            <a:ext cx="361187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2" name="Google Shape;692;p68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68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695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4" name="Google Shape;694;p68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68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6" name="Google Shape;696;p68"/>
          <p:cNvSpPr>
            <a:spLocks noGrp="1"/>
          </p:cNvSpPr>
          <p:nvPr>
            <p:ph type="body" idx="4"/>
          </p:nvPr>
        </p:nvSpPr>
        <p:spPr>
          <a:xfrm>
            <a:off x="571500" y="5572762"/>
            <a:ext cx="11049000" cy="365760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7" name="Google Shape;697;p68"/>
          <p:cNvSpPr>
            <a:spLocks noGrp="1"/>
          </p:cNvSpPr>
          <p:nvPr>
            <p:ph type="body" idx="5"/>
          </p:nvPr>
        </p:nvSpPr>
        <p:spPr>
          <a:xfrm>
            <a:off x="571500" y="5572762"/>
            <a:ext cx="361187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8" name="Google Shape;698;p68"/>
          <p:cNvSpPr>
            <a:spLocks noGrp="1"/>
          </p:cNvSpPr>
          <p:nvPr>
            <p:ph type="body" idx="6"/>
          </p:nvPr>
        </p:nvSpPr>
        <p:spPr>
          <a:xfrm>
            <a:off x="571500" y="5113866"/>
            <a:ext cx="11049000" cy="365760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9" name="Google Shape;699;p68"/>
          <p:cNvSpPr>
            <a:spLocks noGrp="1"/>
          </p:cNvSpPr>
          <p:nvPr>
            <p:ph type="body" idx="7"/>
          </p:nvPr>
        </p:nvSpPr>
        <p:spPr>
          <a:xfrm>
            <a:off x="571500" y="5113866"/>
            <a:ext cx="361187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0" name="Google Shape;700;p68"/>
          <p:cNvSpPr>
            <a:spLocks noGrp="1"/>
          </p:cNvSpPr>
          <p:nvPr>
            <p:ph type="body" idx="8"/>
          </p:nvPr>
        </p:nvSpPr>
        <p:spPr>
          <a:xfrm>
            <a:off x="571500" y="4654973"/>
            <a:ext cx="11049000" cy="365760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1" name="Google Shape;701;p68"/>
          <p:cNvSpPr>
            <a:spLocks noGrp="1"/>
          </p:cNvSpPr>
          <p:nvPr>
            <p:ph type="body" idx="9"/>
          </p:nvPr>
        </p:nvSpPr>
        <p:spPr>
          <a:xfrm>
            <a:off x="571500" y="4654973"/>
            <a:ext cx="361187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2" name="Google Shape;702;p68"/>
          <p:cNvSpPr>
            <a:spLocks noGrp="1"/>
          </p:cNvSpPr>
          <p:nvPr>
            <p:ph type="body" idx="13"/>
          </p:nvPr>
        </p:nvSpPr>
        <p:spPr>
          <a:xfrm>
            <a:off x="571500" y="4196080"/>
            <a:ext cx="11049000" cy="365760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3" name="Google Shape;703;p68"/>
          <p:cNvSpPr>
            <a:spLocks noGrp="1"/>
          </p:cNvSpPr>
          <p:nvPr>
            <p:ph type="body" idx="14"/>
          </p:nvPr>
        </p:nvSpPr>
        <p:spPr>
          <a:xfrm>
            <a:off x="571500" y="4196080"/>
            <a:ext cx="361187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4" name="Google Shape;704;p68"/>
          <p:cNvSpPr>
            <a:spLocks noGrp="1"/>
          </p:cNvSpPr>
          <p:nvPr>
            <p:ph type="body" idx="15"/>
          </p:nvPr>
        </p:nvSpPr>
        <p:spPr>
          <a:xfrm>
            <a:off x="571500" y="3737187"/>
            <a:ext cx="11049000" cy="365760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5" name="Google Shape;705;p68"/>
          <p:cNvSpPr>
            <a:spLocks noGrp="1"/>
          </p:cNvSpPr>
          <p:nvPr>
            <p:ph type="body" idx="16"/>
          </p:nvPr>
        </p:nvSpPr>
        <p:spPr>
          <a:xfrm>
            <a:off x="571500" y="3737187"/>
            <a:ext cx="361187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6" name="Google Shape;706;p68"/>
          <p:cNvSpPr>
            <a:spLocks noGrp="1"/>
          </p:cNvSpPr>
          <p:nvPr>
            <p:ph type="body" idx="17"/>
          </p:nvPr>
        </p:nvSpPr>
        <p:spPr>
          <a:xfrm>
            <a:off x="571500" y="3278294"/>
            <a:ext cx="11049000" cy="365760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7" name="Google Shape;707;p68"/>
          <p:cNvSpPr>
            <a:spLocks noGrp="1"/>
          </p:cNvSpPr>
          <p:nvPr>
            <p:ph type="body" idx="18"/>
          </p:nvPr>
        </p:nvSpPr>
        <p:spPr>
          <a:xfrm>
            <a:off x="571500" y="3278294"/>
            <a:ext cx="361187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8" name="Google Shape;708;p68"/>
          <p:cNvSpPr>
            <a:spLocks noGrp="1"/>
          </p:cNvSpPr>
          <p:nvPr>
            <p:ph type="body" idx="19"/>
          </p:nvPr>
        </p:nvSpPr>
        <p:spPr>
          <a:xfrm>
            <a:off x="571500" y="2819401"/>
            <a:ext cx="11049000" cy="365760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9" name="Google Shape;709;p68"/>
          <p:cNvSpPr>
            <a:spLocks noGrp="1"/>
          </p:cNvSpPr>
          <p:nvPr>
            <p:ph type="body" idx="20"/>
          </p:nvPr>
        </p:nvSpPr>
        <p:spPr>
          <a:xfrm>
            <a:off x="571500" y="2819401"/>
            <a:ext cx="361187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0" name="Google Shape;710;p68"/>
          <p:cNvSpPr>
            <a:spLocks noGrp="1"/>
          </p:cNvSpPr>
          <p:nvPr>
            <p:ph type="body" idx="21"/>
          </p:nvPr>
        </p:nvSpPr>
        <p:spPr>
          <a:xfrm>
            <a:off x="571500" y="2360508"/>
            <a:ext cx="11049000" cy="365760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1" name="Google Shape;711;p68"/>
          <p:cNvSpPr>
            <a:spLocks noGrp="1"/>
          </p:cNvSpPr>
          <p:nvPr>
            <p:ph type="body" idx="22"/>
          </p:nvPr>
        </p:nvSpPr>
        <p:spPr>
          <a:xfrm>
            <a:off x="571500" y="2360508"/>
            <a:ext cx="361187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2" name="Google Shape;712;p68"/>
          <p:cNvSpPr>
            <a:spLocks noGrp="1"/>
          </p:cNvSpPr>
          <p:nvPr>
            <p:ph type="body" idx="23"/>
          </p:nvPr>
        </p:nvSpPr>
        <p:spPr>
          <a:xfrm>
            <a:off x="571500" y="1901615"/>
            <a:ext cx="11049000" cy="365760"/>
          </a:xfrm>
          <a:prstGeom prst="roundRect">
            <a:avLst>
              <a:gd name="adj" fmla="val 50000"/>
            </a:avLst>
          </a:prstGeom>
          <a:solidFill>
            <a:srgbClr val="E5EAF1"/>
          </a:solidFill>
          <a:ln>
            <a:noFill/>
          </a:ln>
        </p:spPr>
        <p:txBody>
          <a:bodyPr spcFirstLastPara="1" wrap="square" lIns="4572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3" name="Google Shape;713;p68"/>
          <p:cNvSpPr>
            <a:spLocks noGrp="1"/>
          </p:cNvSpPr>
          <p:nvPr>
            <p:ph type="body" idx="24"/>
          </p:nvPr>
        </p:nvSpPr>
        <p:spPr>
          <a:xfrm>
            <a:off x="571500" y="1901615"/>
            <a:ext cx="361187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080">
          <p15:clr>
            <a:srgbClr val="FBAE40"/>
          </p15:clr>
        </p15:guide>
        <p15:guide id="4" orient="horz" pos="3960">
          <p15:clr>
            <a:srgbClr val="FBAE40"/>
          </p15:clr>
        </p15:guide>
        <p15:guide id="5" pos="360">
          <p15:clr>
            <a:srgbClr val="FBAE40"/>
          </p15:clr>
        </p15:guide>
        <p15:guide id="6" pos="7320">
          <p15:clr>
            <a:srgbClr val="FBAE40"/>
          </p15:clr>
        </p15:guide>
        <p15:guide id="7" orient="horz" pos="3747">
          <p15:clr>
            <a:srgbClr val="FBAE40"/>
          </p15:clr>
        </p15:guide>
        <p15:guide id="8" orient="horz" pos="899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10 Items + 2 Columns">
  <p:cSld name="List 10 Items + 2 Columns">
    <p:bg>
      <p:bgPr>
        <a:solidFill>
          <a:schemeClr val="lt1"/>
        </a:solidFill>
        <a:effectLst/>
      </p:bgPr>
    </p:bg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69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7" name="Google Shape;717;p69"/>
          <p:cNvSpPr>
            <a:spLocks noGrp="1"/>
          </p:cNvSpPr>
          <p:nvPr>
            <p:ph type="body" idx="2"/>
          </p:nvPr>
        </p:nvSpPr>
        <p:spPr>
          <a:xfrm>
            <a:off x="754380" y="1676400"/>
            <a:ext cx="5166360" cy="685800"/>
          </a:xfrm>
          <a:prstGeom prst="roundRect">
            <a:avLst>
              <a:gd name="adj" fmla="val 5224"/>
            </a:avLst>
          </a:prstGeom>
          <a:solidFill>
            <a:srgbClr val="F3F5F8"/>
          </a:solidFill>
          <a:ln>
            <a:noFill/>
          </a:ln>
        </p:spPr>
        <p:txBody>
          <a:bodyPr spcFirstLastPara="1" wrap="square" lIns="320025" tIns="0" rIns="2286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venir"/>
              <a:buNone/>
              <a:defRPr sz="1300" b="1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8" name="Google Shape;718;p69"/>
          <p:cNvSpPr>
            <a:spLocks noGrp="1"/>
          </p:cNvSpPr>
          <p:nvPr>
            <p:ph type="body" idx="3"/>
          </p:nvPr>
        </p:nvSpPr>
        <p:spPr>
          <a:xfrm>
            <a:off x="571500" y="1836420"/>
            <a:ext cx="365760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9" name="Google Shape;719;p69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69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69550" cy="392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1" name="Google Shape;721;p69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69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3" name="Google Shape;723;p69"/>
          <p:cNvSpPr>
            <a:spLocks noGrp="1"/>
          </p:cNvSpPr>
          <p:nvPr>
            <p:ph type="body" idx="4"/>
          </p:nvPr>
        </p:nvSpPr>
        <p:spPr>
          <a:xfrm>
            <a:off x="754380" y="2479437"/>
            <a:ext cx="5166360" cy="685800"/>
          </a:xfrm>
          <a:prstGeom prst="roundRect">
            <a:avLst>
              <a:gd name="adj" fmla="val 5224"/>
            </a:avLst>
          </a:prstGeom>
          <a:solidFill>
            <a:srgbClr val="F3F5F8"/>
          </a:solidFill>
          <a:ln>
            <a:noFill/>
          </a:ln>
        </p:spPr>
        <p:txBody>
          <a:bodyPr spcFirstLastPara="1" wrap="square" lIns="320025" tIns="0" rIns="2286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venir"/>
              <a:buNone/>
              <a:defRPr sz="1300" b="1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4" name="Google Shape;724;p69"/>
          <p:cNvSpPr>
            <a:spLocks noGrp="1"/>
          </p:cNvSpPr>
          <p:nvPr>
            <p:ph type="body" idx="5"/>
          </p:nvPr>
        </p:nvSpPr>
        <p:spPr>
          <a:xfrm>
            <a:off x="571500" y="2639456"/>
            <a:ext cx="365760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5" name="Google Shape;725;p69"/>
          <p:cNvSpPr>
            <a:spLocks noGrp="1"/>
          </p:cNvSpPr>
          <p:nvPr>
            <p:ph type="body" idx="6"/>
          </p:nvPr>
        </p:nvSpPr>
        <p:spPr>
          <a:xfrm>
            <a:off x="754380" y="3282474"/>
            <a:ext cx="5166360" cy="685800"/>
          </a:xfrm>
          <a:prstGeom prst="roundRect">
            <a:avLst>
              <a:gd name="adj" fmla="val 5224"/>
            </a:avLst>
          </a:prstGeom>
          <a:solidFill>
            <a:srgbClr val="F3F5F8"/>
          </a:solidFill>
          <a:ln>
            <a:noFill/>
          </a:ln>
        </p:spPr>
        <p:txBody>
          <a:bodyPr spcFirstLastPara="1" wrap="square" lIns="320025" tIns="0" rIns="2286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venir"/>
              <a:buNone/>
              <a:defRPr sz="1300" b="1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6" name="Google Shape;726;p69"/>
          <p:cNvSpPr>
            <a:spLocks noGrp="1"/>
          </p:cNvSpPr>
          <p:nvPr>
            <p:ph type="body" idx="7"/>
          </p:nvPr>
        </p:nvSpPr>
        <p:spPr>
          <a:xfrm>
            <a:off x="571500" y="3442492"/>
            <a:ext cx="365760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7" name="Google Shape;727;p69"/>
          <p:cNvSpPr>
            <a:spLocks noGrp="1"/>
          </p:cNvSpPr>
          <p:nvPr>
            <p:ph type="body" idx="8"/>
          </p:nvPr>
        </p:nvSpPr>
        <p:spPr>
          <a:xfrm>
            <a:off x="754380" y="4085511"/>
            <a:ext cx="5166360" cy="685800"/>
          </a:xfrm>
          <a:prstGeom prst="roundRect">
            <a:avLst>
              <a:gd name="adj" fmla="val 5224"/>
            </a:avLst>
          </a:prstGeom>
          <a:solidFill>
            <a:srgbClr val="F3F5F8"/>
          </a:solidFill>
          <a:ln>
            <a:noFill/>
          </a:ln>
        </p:spPr>
        <p:txBody>
          <a:bodyPr spcFirstLastPara="1" wrap="square" lIns="320025" tIns="0" rIns="2286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venir"/>
              <a:buNone/>
              <a:defRPr sz="1300" b="1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8" name="Google Shape;728;p69"/>
          <p:cNvSpPr>
            <a:spLocks noGrp="1"/>
          </p:cNvSpPr>
          <p:nvPr>
            <p:ph type="body" idx="9"/>
          </p:nvPr>
        </p:nvSpPr>
        <p:spPr>
          <a:xfrm>
            <a:off x="571500" y="4245528"/>
            <a:ext cx="365760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9" name="Google Shape;729;p69"/>
          <p:cNvSpPr>
            <a:spLocks noGrp="1"/>
          </p:cNvSpPr>
          <p:nvPr>
            <p:ph type="body" idx="13"/>
          </p:nvPr>
        </p:nvSpPr>
        <p:spPr>
          <a:xfrm>
            <a:off x="754380" y="4888546"/>
            <a:ext cx="5166360" cy="685800"/>
          </a:xfrm>
          <a:prstGeom prst="roundRect">
            <a:avLst>
              <a:gd name="adj" fmla="val 5224"/>
            </a:avLst>
          </a:prstGeom>
          <a:solidFill>
            <a:srgbClr val="F3F5F8"/>
          </a:solidFill>
          <a:ln>
            <a:noFill/>
          </a:ln>
        </p:spPr>
        <p:txBody>
          <a:bodyPr spcFirstLastPara="1" wrap="square" lIns="320025" tIns="0" rIns="2286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venir"/>
              <a:buNone/>
              <a:defRPr sz="1300" b="1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0" name="Google Shape;730;p69"/>
          <p:cNvSpPr>
            <a:spLocks noGrp="1"/>
          </p:cNvSpPr>
          <p:nvPr>
            <p:ph type="body" idx="14"/>
          </p:nvPr>
        </p:nvSpPr>
        <p:spPr>
          <a:xfrm>
            <a:off x="571500" y="5048566"/>
            <a:ext cx="365760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1" name="Google Shape;731;p69"/>
          <p:cNvSpPr>
            <a:spLocks noGrp="1"/>
          </p:cNvSpPr>
          <p:nvPr>
            <p:ph type="body" idx="15"/>
          </p:nvPr>
        </p:nvSpPr>
        <p:spPr>
          <a:xfrm>
            <a:off x="6451918" y="1676400"/>
            <a:ext cx="5166360" cy="685800"/>
          </a:xfrm>
          <a:prstGeom prst="roundRect">
            <a:avLst>
              <a:gd name="adj" fmla="val 5224"/>
            </a:avLst>
          </a:prstGeom>
          <a:solidFill>
            <a:srgbClr val="F3F5F8"/>
          </a:solidFill>
          <a:ln>
            <a:noFill/>
          </a:ln>
        </p:spPr>
        <p:txBody>
          <a:bodyPr spcFirstLastPara="1" wrap="square" lIns="320025" tIns="0" rIns="2286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venir"/>
              <a:buNone/>
              <a:defRPr sz="1300" b="1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2" name="Google Shape;732;p69"/>
          <p:cNvSpPr>
            <a:spLocks noGrp="1"/>
          </p:cNvSpPr>
          <p:nvPr>
            <p:ph type="body" idx="16"/>
          </p:nvPr>
        </p:nvSpPr>
        <p:spPr>
          <a:xfrm>
            <a:off x="6269038" y="1836420"/>
            <a:ext cx="365760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3" name="Google Shape;733;p69"/>
          <p:cNvSpPr>
            <a:spLocks noGrp="1"/>
          </p:cNvSpPr>
          <p:nvPr>
            <p:ph type="body" idx="17"/>
          </p:nvPr>
        </p:nvSpPr>
        <p:spPr>
          <a:xfrm>
            <a:off x="6451918" y="2479437"/>
            <a:ext cx="5166360" cy="685800"/>
          </a:xfrm>
          <a:prstGeom prst="roundRect">
            <a:avLst>
              <a:gd name="adj" fmla="val 5224"/>
            </a:avLst>
          </a:prstGeom>
          <a:solidFill>
            <a:srgbClr val="F3F5F8"/>
          </a:solidFill>
          <a:ln>
            <a:noFill/>
          </a:ln>
        </p:spPr>
        <p:txBody>
          <a:bodyPr spcFirstLastPara="1" wrap="square" lIns="320025" tIns="0" rIns="2286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venir"/>
              <a:buNone/>
              <a:defRPr sz="1300" b="1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4" name="Google Shape;734;p69"/>
          <p:cNvSpPr>
            <a:spLocks noGrp="1"/>
          </p:cNvSpPr>
          <p:nvPr>
            <p:ph type="body" idx="18"/>
          </p:nvPr>
        </p:nvSpPr>
        <p:spPr>
          <a:xfrm>
            <a:off x="6269038" y="2639456"/>
            <a:ext cx="365760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5" name="Google Shape;735;p69"/>
          <p:cNvSpPr>
            <a:spLocks noGrp="1"/>
          </p:cNvSpPr>
          <p:nvPr>
            <p:ph type="body" idx="19"/>
          </p:nvPr>
        </p:nvSpPr>
        <p:spPr>
          <a:xfrm>
            <a:off x="6451918" y="3282474"/>
            <a:ext cx="5166360" cy="685800"/>
          </a:xfrm>
          <a:prstGeom prst="roundRect">
            <a:avLst>
              <a:gd name="adj" fmla="val 5224"/>
            </a:avLst>
          </a:prstGeom>
          <a:solidFill>
            <a:srgbClr val="F3F5F8"/>
          </a:solidFill>
          <a:ln>
            <a:noFill/>
          </a:ln>
        </p:spPr>
        <p:txBody>
          <a:bodyPr spcFirstLastPara="1" wrap="square" lIns="320025" tIns="0" rIns="2286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venir"/>
              <a:buNone/>
              <a:defRPr sz="1300" b="1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6" name="Google Shape;736;p69"/>
          <p:cNvSpPr>
            <a:spLocks noGrp="1"/>
          </p:cNvSpPr>
          <p:nvPr>
            <p:ph type="body" idx="20"/>
          </p:nvPr>
        </p:nvSpPr>
        <p:spPr>
          <a:xfrm>
            <a:off x="6269038" y="3442492"/>
            <a:ext cx="365760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7" name="Google Shape;737;p69"/>
          <p:cNvSpPr>
            <a:spLocks noGrp="1"/>
          </p:cNvSpPr>
          <p:nvPr>
            <p:ph type="body" idx="21"/>
          </p:nvPr>
        </p:nvSpPr>
        <p:spPr>
          <a:xfrm>
            <a:off x="6451918" y="4085511"/>
            <a:ext cx="5166360" cy="685800"/>
          </a:xfrm>
          <a:prstGeom prst="roundRect">
            <a:avLst>
              <a:gd name="adj" fmla="val 5224"/>
            </a:avLst>
          </a:prstGeom>
          <a:solidFill>
            <a:srgbClr val="F3F5F8"/>
          </a:solidFill>
          <a:ln>
            <a:noFill/>
          </a:ln>
        </p:spPr>
        <p:txBody>
          <a:bodyPr spcFirstLastPara="1" wrap="square" lIns="320025" tIns="0" rIns="2286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venir"/>
              <a:buNone/>
              <a:defRPr sz="1300" b="1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8" name="Google Shape;738;p69"/>
          <p:cNvSpPr>
            <a:spLocks noGrp="1"/>
          </p:cNvSpPr>
          <p:nvPr>
            <p:ph type="body" idx="22"/>
          </p:nvPr>
        </p:nvSpPr>
        <p:spPr>
          <a:xfrm>
            <a:off x="6269038" y="4245528"/>
            <a:ext cx="365760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9" name="Google Shape;739;p69"/>
          <p:cNvSpPr>
            <a:spLocks noGrp="1"/>
          </p:cNvSpPr>
          <p:nvPr>
            <p:ph type="body" idx="23"/>
          </p:nvPr>
        </p:nvSpPr>
        <p:spPr>
          <a:xfrm>
            <a:off x="6451918" y="4888546"/>
            <a:ext cx="5166360" cy="685800"/>
          </a:xfrm>
          <a:prstGeom prst="roundRect">
            <a:avLst>
              <a:gd name="adj" fmla="val 5224"/>
            </a:avLst>
          </a:prstGeom>
          <a:solidFill>
            <a:srgbClr val="F3F5F8"/>
          </a:solidFill>
          <a:ln>
            <a:noFill/>
          </a:ln>
        </p:spPr>
        <p:txBody>
          <a:bodyPr spcFirstLastPara="1" wrap="square" lIns="320025" tIns="0" rIns="2286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venir"/>
              <a:buNone/>
              <a:defRPr sz="1300" b="1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0" name="Google Shape;740;p69"/>
          <p:cNvSpPr>
            <a:spLocks noGrp="1"/>
          </p:cNvSpPr>
          <p:nvPr>
            <p:ph type="body" idx="24"/>
          </p:nvPr>
        </p:nvSpPr>
        <p:spPr>
          <a:xfrm>
            <a:off x="6269038" y="5048566"/>
            <a:ext cx="365760" cy="365760"/>
          </a:xfrm>
          <a:prstGeom prst="ellipse">
            <a:avLst/>
          </a:prstGeom>
          <a:solidFill>
            <a:schemeClr val="accent4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venir"/>
              <a:buNone/>
              <a:defRPr sz="1200" b="1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095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75"/>
              <a:buChar char="⚬"/>
              <a:defRPr sz="150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1" name="Google Shape;741;p69"/>
          <p:cNvSpPr txBox="1">
            <a:spLocks noGrp="1"/>
          </p:cNvSpPr>
          <p:nvPr>
            <p:ph type="body" idx="25"/>
          </p:nvPr>
        </p:nvSpPr>
        <p:spPr>
          <a:xfrm>
            <a:off x="571500" y="1016817"/>
            <a:ext cx="11049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venir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6">
          <p15:clr>
            <a:srgbClr val="FBAE40"/>
          </p15:clr>
        </p15:guide>
        <p15:guide id="2" pos="3838">
          <p15:clr>
            <a:srgbClr val="FBAE40"/>
          </p15:clr>
        </p15:guide>
        <p15:guide id="3" orient="horz" pos="4080">
          <p15:clr>
            <a:srgbClr val="FBAE40"/>
          </p15:clr>
        </p15:guide>
        <p15:guide id="4" orient="horz" pos="3960">
          <p15:clr>
            <a:srgbClr val="FBAE40"/>
          </p15:clr>
        </p15:guide>
        <p15:guide id="5" pos="360">
          <p15:clr>
            <a:srgbClr val="FBAE40"/>
          </p15:clr>
        </p15:guide>
        <p15:guide id="6" pos="7320">
          <p15:clr>
            <a:srgbClr val="FBAE40"/>
          </p15:clr>
        </p15:guide>
        <p15:guide id="7" orient="horz" pos="3792">
          <p15:clr>
            <a:srgbClr val="FBAE40"/>
          </p15:clr>
        </p15:guide>
        <p15:guide id="8" pos="3730">
          <p15:clr>
            <a:srgbClr val="FBAE40"/>
          </p15:clr>
        </p15:guide>
        <p15:guide id="9" orient="horz" pos="3512">
          <p15:clr>
            <a:srgbClr val="FBAE40"/>
          </p15:clr>
        </p15:guide>
        <p15:guide id="10" pos="3949">
          <p15:clr>
            <a:srgbClr val="FBAE40"/>
          </p15:clr>
        </p15:guide>
        <p15:guide id="11" orient="horz" pos="1056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 + Focus Areas">
  <p:cSld name="Title + Subtitle + Focus Areas">
    <p:bg>
      <p:bgPr>
        <a:solidFill>
          <a:schemeClr val="lt1"/>
        </a:solidFill>
        <a:effectLst/>
      </p:bgPr>
    </p:bg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3" name="Google Shape;743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70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5" name="Google Shape;745;p70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70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7" name="Google Shape;747;p70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70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553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venir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70"/>
          <p:cNvSpPr txBox="1">
            <a:spLocks noGrp="1"/>
          </p:cNvSpPr>
          <p:nvPr>
            <p:ph type="body" idx="2"/>
          </p:nvPr>
        </p:nvSpPr>
        <p:spPr>
          <a:xfrm>
            <a:off x="571500" y="977687"/>
            <a:ext cx="1055370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venir"/>
              <a:buNone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70"/>
          <p:cNvSpPr>
            <a:spLocks noGrp="1"/>
          </p:cNvSpPr>
          <p:nvPr>
            <p:ph type="pic" idx="3"/>
          </p:nvPr>
        </p:nvSpPr>
        <p:spPr>
          <a:xfrm>
            <a:off x="838200" y="1524000"/>
            <a:ext cx="1600200" cy="1600200"/>
          </a:xfrm>
          <a:prstGeom prst="ellipse">
            <a:avLst/>
          </a:prstGeom>
          <a:noFill/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1" name="Google Shape;751;p70"/>
          <p:cNvSpPr txBox="1">
            <a:spLocks noGrp="1"/>
          </p:cNvSpPr>
          <p:nvPr>
            <p:ph type="body" idx="4"/>
          </p:nvPr>
        </p:nvSpPr>
        <p:spPr>
          <a:xfrm>
            <a:off x="2438400" y="1524000"/>
            <a:ext cx="918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⎯"/>
              <a:defRPr sz="1600"/>
            </a:lvl2pPr>
            <a:lvl3pPr marL="1371600" lvl="2" indent="-31496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360"/>
              <a:buChar char="⚬"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venir"/>
              <a:buNone/>
              <a:defRPr sz="22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venir"/>
              <a:buNone/>
              <a:defRPr sz="1700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70"/>
          <p:cNvSpPr txBox="1">
            <a:spLocks noGrp="1"/>
          </p:cNvSpPr>
          <p:nvPr>
            <p:ph type="body" idx="5"/>
          </p:nvPr>
        </p:nvSpPr>
        <p:spPr>
          <a:xfrm>
            <a:off x="838200" y="3429000"/>
            <a:ext cx="10782300" cy="1387559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txBody>
          <a:bodyPr spcFirstLastPara="1" wrap="square" lIns="182875" tIns="182875" rIns="182875" bIns="182875" anchor="t" anchorCtr="0">
            <a:sp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venir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68">
          <p15:clr>
            <a:srgbClr val="FBAE40"/>
          </p15:clr>
        </p15:guide>
        <p15:guide id="2" orient="horz" pos="4080">
          <p15:clr>
            <a:srgbClr val="FBAE40"/>
          </p15:clr>
        </p15:guide>
        <p15:guide id="3" orient="horz" pos="3960">
          <p15:clr>
            <a:srgbClr val="FBAE40"/>
          </p15:clr>
        </p15:guide>
        <p15:guide id="4" pos="360">
          <p15:clr>
            <a:srgbClr val="FBAE40"/>
          </p15:clr>
        </p15:guide>
        <p15:guide id="5" pos="7320">
          <p15:clr>
            <a:srgbClr val="FBAE40"/>
          </p15:clr>
        </p15:guide>
        <p15:guide id="6" orient="horz" pos="3792">
          <p15:clr>
            <a:srgbClr val="FBAE40"/>
          </p15:clr>
        </p15:guide>
        <p15:guide id="7" pos="528">
          <p15:clr>
            <a:srgbClr val="FBAE40"/>
          </p15:clr>
        </p15:guide>
        <p15:guide id="8" pos="7008">
          <p15:clr>
            <a:srgbClr val="FBAE40"/>
          </p15:clr>
        </p15:guide>
        <p15:guide id="9" orient="horz" pos="568">
          <p15:clr>
            <a:srgbClr val="FBAE40"/>
          </p15:clr>
        </p15:guide>
        <p15:guide id="10" orient="horz" pos="2160">
          <p15:clr>
            <a:srgbClr val="FBAE40"/>
          </p15:clr>
        </p15:guide>
        <p15:guide id="11" orient="horz" pos="960">
          <p15:clr>
            <a:srgbClr val="FBAE40"/>
          </p15:clr>
        </p15:guide>
        <p15:guide id="12" pos="1536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Venn Diagram">
  <p:cSld name="Title + Venn Diagram">
    <p:bg>
      <p:bgPr>
        <a:solidFill>
          <a:schemeClr val="lt1"/>
        </a:solidFill>
        <a:effectLst/>
      </p:bgPr>
    </p:bg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71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6" name="Google Shape;756;p71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71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8" name="Google Shape;758;p71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71"/>
          <p:cNvSpPr/>
          <p:nvPr/>
        </p:nvSpPr>
        <p:spPr>
          <a:xfrm>
            <a:off x="1811950" y="1524000"/>
            <a:ext cx="4495800" cy="4498848"/>
          </a:xfrm>
          <a:prstGeom prst="ellipse">
            <a:avLst/>
          </a:prstGeom>
          <a:solidFill>
            <a:schemeClr val="accent4"/>
          </a:solidFill>
          <a:ln w="1905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71"/>
          <p:cNvSpPr/>
          <p:nvPr/>
        </p:nvSpPr>
        <p:spPr>
          <a:xfrm>
            <a:off x="5884250" y="1524000"/>
            <a:ext cx="4495800" cy="4498848"/>
          </a:xfrm>
          <a:prstGeom prst="ellipse">
            <a:avLst/>
          </a:prstGeom>
          <a:noFill/>
          <a:ln w="1905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71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553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venir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71"/>
          <p:cNvSpPr txBox="1">
            <a:spLocks noGrp="1"/>
          </p:cNvSpPr>
          <p:nvPr>
            <p:ph type="body" idx="2"/>
          </p:nvPr>
        </p:nvSpPr>
        <p:spPr>
          <a:xfrm>
            <a:off x="571500" y="977687"/>
            <a:ext cx="1055370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venir"/>
              <a:buNone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3" name="Google Shape;763;p71"/>
          <p:cNvSpPr txBox="1">
            <a:spLocks noGrp="1"/>
          </p:cNvSpPr>
          <p:nvPr>
            <p:ph type="body" idx="3"/>
          </p:nvPr>
        </p:nvSpPr>
        <p:spPr>
          <a:xfrm>
            <a:off x="5876926" y="1504950"/>
            <a:ext cx="4502150" cy="451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950" tIns="0" rIns="822950" bIns="0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4" name="Google Shape;764;p71"/>
          <p:cNvSpPr txBox="1">
            <a:spLocks noGrp="1"/>
          </p:cNvSpPr>
          <p:nvPr>
            <p:ph type="body" idx="4"/>
          </p:nvPr>
        </p:nvSpPr>
        <p:spPr>
          <a:xfrm>
            <a:off x="1826835" y="1504950"/>
            <a:ext cx="4502150" cy="451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950" tIns="0" rIns="822950" bIns="0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080">
          <p15:clr>
            <a:srgbClr val="FBAE40"/>
          </p15:clr>
        </p15:guide>
        <p15:guide id="4" orient="horz" pos="3960">
          <p15:clr>
            <a:srgbClr val="FBAE40"/>
          </p15:clr>
        </p15:guide>
        <p15:guide id="5" pos="360">
          <p15:clr>
            <a:srgbClr val="FBAE40"/>
          </p15:clr>
        </p15:guide>
        <p15:guide id="6" pos="7320">
          <p15:clr>
            <a:srgbClr val="FBAE40"/>
          </p15:clr>
        </p15:guide>
        <p15:guide id="7" orient="horz" pos="3792">
          <p15:clr>
            <a:srgbClr val="FBAE40"/>
          </p15:clr>
        </p15:guide>
        <p15:guide id="8" orient="horz" pos="948">
          <p15:clr>
            <a:srgbClr val="FBAE40"/>
          </p15:clr>
        </p15:guide>
        <p15:guide id="9" pos="1140">
          <p15:clr>
            <a:srgbClr val="FBAE40"/>
          </p15:clr>
        </p15:guide>
        <p15:guide id="10" pos="6538">
          <p15:clr>
            <a:srgbClr val="FBAE40"/>
          </p15:clr>
        </p15:guide>
        <p15:guide id="11" pos="2556">
          <p15:clr>
            <a:srgbClr val="FBAE40"/>
          </p15:clr>
        </p15:guide>
        <p15:guide id="12" pos="5122">
          <p15:clr>
            <a:srgbClr val="FBAE40"/>
          </p15:clr>
        </p15:guide>
        <p15:guide id="13" orient="horz" pos="2376">
          <p15:clr>
            <a:srgbClr val="FBAE40"/>
          </p15:clr>
        </p15:guide>
        <p15:guide id="14" pos="3702">
          <p15:clr>
            <a:srgbClr val="FBAE40"/>
          </p15:clr>
        </p15:guide>
        <p15:guide id="15" pos="3973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con + Title + Table">
  <p:cSld name="Icon + Title + Table">
    <p:bg>
      <p:bgPr>
        <a:solidFill>
          <a:schemeClr val="lt1"/>
        </a:solidFill>
        <a:effectLst/>
      </p:bgPr>
    </p:bg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6" name="Google Shape;766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72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8" name="Google Shape;768;p72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72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0" name="Google Shape;770;p72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72"/>
          <p:cNvSpPr txBox="1">
            <a:spLocks noGrp="1"/>
          </p:cNvSpPr>
          <p:nvPr>
            <p:ph type="title"/>
          </p:nvPr>
        </p:nvSpPr>
        <p:spPr>
          <a:xfrm>
            <a:off x="1524000" y="571500"/>
            <a:ext cx="9601199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venir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0">
          <p15:clr>
            <a:srgbClr val="FBAE40"/>
          </p15:clr>
        </p15:guide>
        <p15:guide id="2" orient="horz" pos="3960">
          <p15:clr>
            <a:srgbClr val="FBAE40"/>
          </p15:clr>
        </p15:guide>
        <p15:guide id="3" pos="360">
          <p15:clr>
            <a:srgbClr val="FBAE40"/>
          </p15:clr>
        </p15:guide>
        <p15:guide id="4" pos="7320">
          <p15:clr>
            <a:srgbClr val="FBAE40"/>
          </p15:clr>
        </p15:guide>
        <p15:guide id="5" orient="horz" pos="3792">
          <p15:clr>
            <a:srgbClr val="FBAE40"/>
          </p15:clr>
        </p15:guide>
        <p15:guide id="6" pos="864">
          <p15:clr>
            <a:srgbClr val="FBAE40"/>
          </p15:clr>
        </p15:guide>
        <p15:guide id="7" pos="7008">
          <p15:clr>
            <a:srgbClr val="FBAE40"/>
          </p15:clr>
        </p15:guide>
        <p15:guide id="8" orient="horz" pos="568">
          <p15:clr>
            <a:srgbClr val="FBAE40"/>
          </p15:clr>
        </p15:guide>
        <p15:guide id="9" orient="horz" pos="960">
          <p15:clr>
            <a:srgbClr val="FBAE40"/>
          </p15:clr>
        </p15:guide>
        <p15:guide id="10" pos="96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eekly Update">
  <p:cSld name="Weekly Update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73"/>
          <p:cNvSpPr txBox="1">
            <a:spLocks noGrp="1"/>
          </p:cNvSpPr>
          <p:nvPr>
            <p:ph type="title"/>
          </p:nvPr>
        </p:nvSpPr>
        <p:spPr>
          <a:xfrm>
            <a:off x="571499" y="266700"/>
            <a:ext cx="10519541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4" name="Google Shape;774;p73"/>
          <p:cNvSpPr/>
          <p:nvPr/>
        </p:nvSpPr>
        <p:spPr>
          <a:xfrm>
            <a:off x="0" y="2667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73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73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777" name="Google Shape;777;p73"/>
          <p:cNvGraphicFramePr/>
          <p:nvPr/>
        </p:nvGraphicFramePr>
        <p:xfrm>
          <a:off x="231494" y="1143000"/>
          <a:ext cx="11731900" cy="5448300"/>
        </p:xfrm>
        <a:graphic>
          <a:graphicData uri="http://schemas.openxmlformats.org/drawingml/2006/table">
            <a:tbl>
              <a:tblPr firstRow="1" bandRow="1">
                <a:noFill/>
                <a:tableStyleId>{EEF34112-2CC8-4503-B581-0E448D1F8F8E}</a:tableStyleId>
              </a:tblPr>
              <a:tblGrid>
                <a:gridCol w="586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D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D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78" name="Google Shape;778;p73"/>
          <p:cNvSpPr txBox="1"/>
          <p:nvPr/>
        </p:nvSpPr>
        <p:spPr>
          <a:xfrm>
            <a:off x="228600" y="1146598"/>
            <a:ext cx="5867399" cy="36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150" rIns="0" bIns="731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</a:pPr>
            <a:r>
              <a:rPr lang="en-US" sz="1400" b="1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COMPLETED</a:t>
            </a:r>
            <a:endParaRPr/>
          </a:p>
        </p:txBody>
      </p:sp>
      <p:sp>
        <p:nvSpPr>
          <p:cNvPr id="779" name="Google Shape;779;p73"/>
          <p:cNvSpPr txBox="1"/>
          <p:nvPr/>
        </p:nvSpPr>
        <p:spPr>
          <a:xfrm>
            <a:off x="6096001" y="1138299"/>
            <a:ext cx="5867399" cy="36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150" rIns="0" bIns="731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</a:pPr>
            <a:r>
              <a:rPr lang="en-US" sz="1400" b="1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UPCOMING</a:t>
            </a:r>
            <a:endParaRPr/>
          </a:p>
        </p:txBody>
      </p:sp>
      <p:sp>
        <p:nvSpPr>
          <p:cNvPr id="780" name="Google Shape;780;p73"/>
          <p:cNvSpPr txBox="1">
            <a:spLocks noGrp="1"/>
          </p:cNvSpPr>
          <p:nvPr>
            <p:ph type="body" idx="1"/>
          </p:nvPr>
        </p:nvSpPr>
        <p:spPr>
          <a:xfrm>
            <a:off x="571500" y="703114"/>
            <a:ext cx="105195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venir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1" name="Google Shape;781;p73"/>
          <p:cNvSpPr txBox="1">
            <a:spLocks noGrp="1"/>
          </p:cNvSpPr>
          <p:nvPr>
            <p:ph type="body" idx="2"/>
          </p:nvPr>
        </p:nvSpPr>
        <p:spPr>
          <a:xfrm>
            <a:off x="228598" y="1509774"/>
            <a:ext cx="5867399" cy="508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137150" rIns="137150" bIns="13715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⎯"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20"/>
              <a:buChar char="⚬"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2" name="Google Shape;782;p73"/>
          <p:cNvSpPr txBox="1">
            <a:spLocks noGrp="1"/>
          </p:cNvSpPr>
          <p:nvPr>
            <p:ph type="body" idx="3"/>
          </p:nvPr>
        </p:nvSpPr>
        <p:spPr>
          <a:xfrm>
            <a:off x="6096001" y="1514475"/>
            <a:ext cx="5867399" cy="508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137150" rIns="137150" bIns="13715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⎯"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20"/>
              <a:buChar char="⚬"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144">
          <p15:clr>
            <a:srgbClr val="FBAE40"/>
          </p15:clr>
        </p15:guide>
        <p15:guide id="4" pos="7536">
          <p15:clr>
            <a:srgbClr val="FBAE40"/>
          </p15:clr>
        </p15:guide>
        <p15:guide id="5" orient="horz" pos="576">
          <p15:clr>
            <a:srgbClr val="FBAE40"/>
          </p15:clr>
        </p15:guide>
        <p15:guide id="6" orient="horz" pos="168">
          <p15:clr>
            <a:srgbClr val="FBAE40"/>
          </p15:clr>
        </p15:guide>
        <p15:guide id="7" orient="horz" pos="954">
          <p15:clr>
            <a:srgbClr val="FBAE40"/>
          </p15:clr>
        </p15:guide>
        <p15:guide id="8" orient="horz" pos="4152">
          <p15:clr>
            <a:srgbClr val="FBAE40"/>
          </p15:clr>
        </p15:guide>
        <p15:guide id="9" pos="36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eekly Update + Logo">
  <p:cSld name="Weekly Update + Logo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4"/>
          <p:cNvSpPr txBox="1">
            <a:spLocks noGrp="1"/>
          </p:cNvSpPr>
          <p:nvPr>
            <p:ph type="title"/>
          </p:nvPr>
        </p:nvSpPr>
        <p:spPr>
          <a:xfrm>
            <a:off x="571499" y="266700"/>
            <a:ext cx="10519541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5" name="Google Shape;785;p74"/>
          <p:cNvSpPr/>
          <p:nvPr/>
        </p:nvSpPr>
        <p:spPr>
          <a:xfrm>
            <a:off x="0" y="2667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74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74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788" name="Google Shape;788;p74"/>
          <p:cNvGraphicFramePr/>
          <p:nvPr/>
        </p:nvGraphicFramePr>
        <p:xfrm>
          <a:off x="231494" y="1143001"/>
          <a:ext cx="11731900" cy="4879470"/>
        </p:xfrm>
        <a:graphic>
          <a:graphicData uri="http://schemas.openxmlformats.org/drawingml/2006/table">
            <a:tbl>
              <a:tblPr firstRow="1" bandRow="1">
                <a:noFill/>
                <a:tableStyleId>{EEF34112-2CC8-4503-B581-0E448D1F8F8E}</a:tableStyleId>
              </a:tblPr>
              <a:tblGrid>
                <a:gridCol w="586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D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D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3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89" name="Google Shape;789;p74"/>
          <p:cNvSpPr txBox="1"/>
          <p:nvPr/>
        </p:nvSpPr>
        <p:spPr>
          <a:xfrm>
            <a:off x="228600" y="1146598"/>
            <a:ext cx="5867399" cy="36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150" rIns="0" bIns="731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</a:pPr>
            <a:r>
              <a:rPr lang="en-US" sz="1400" b="1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COMPLETED</a:t>
            </a:r>
            <a:endParaRPr/>
          </a:p>
        </p:txBody>
      </p:sp>
      <p:sp>
        <p:nvSpPr>
          <p:cNvPr id="790" name="Google Shape;790;p74"/>
          <p:cNvSpPr txBox="1"/>
          <p:nvPr/>
        </p:nvSpPr>
        <p:spPr>
          <a:xfrm>
            <a:off x="6096001" y="1138299"/>
            <a:ext cx="5867399" cy="36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150" rIns="0" bIns="731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</a:pPr>
            <a:r>
              <a:rPr lang="en-US" sz="1400" b="1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UPCOMING</a:t>
            </a:r>
            <a:endParaRPr/>
          </a:p>
        </p:txBody>
      </p:sp>
      <p:sp>
        <p:nvSpPr>
          <p:cNvPr id="791" name="Google Shape;791;p74"/>
          <p:cNvSpPr txBox="1">
            <a:spLocks noGrp="1"/>
          </p:cNvSpPr>
          <p:nvPr>
            <p:ph type="body" idx="1"/>
          </p:nvPr>
        </p:nvSpPr>
        <p:spPr>
          <a:xfrm>
            <a:off x="571500" y="703114"/>
            <a:ext cx="105195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venir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2" name="Google Shape;792;p74"/>
          <p:cNvSpPr txBox="1">
            <a:spLocks noGrp="1"/>
          </p:cNvSpPr>
          <p:nvPr>
            <p:ph type="body" idx="2"/>
          </p:nvPr>
        </p:nvSpPr>
        <p:spPr>
          <a:xfrm>
            <a:off x="228598" y="1509774"/>
            <a:ext cx="5867399" cy="4507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137150" rIns="137150" bIns="13715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⎯"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20"/>
              <a:buChar char="⚬"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3" name="Google Shape;793;p74"/>
          <p:cNvSpPr txBox="1">
            <a:spLocks noGrp="1"/>
          </p:cNvSpPr>
          <p:nvPr>
            <p:ph type="body" idx="3"/>
          </p:nvPr>
        </p:nvSpPr>
        <p:spPr>
          <a:xfrm>
            <a:off x="6096001" y="1514475"/>
            <a:ext cx="5867399" cy="4507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137150" rIns="137150" bIns="13715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⎯"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93369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20"/>
              <a:buChar char="⚬"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  <a:def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4" name="Google Shape;794;p74"/>
          <p:cNvSpPr txBox="1">
            <a:spLocks noGrp="1"/>
          </p:cNvSpPr>
          <p:nvPr>
            <p:ph type="body" idx="4"/>
          </p:nvPr>
        </p:nvSpPr>
        <p:spPr>
          <a:xfrm>
            <a:off x="2258568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795" name="Google Shape;795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144">
          <p15:clr>
            <a:srgbClr val="FBAE40"/>
          </p15:clr>
        </p15:guide>
        <p15:guide id="4" pos="7536">
          <p15:clr>
            <a:srgbClr val="FBAE40"/>
          </p15:clr>
        </p15:guide>
        <p15:guide id="5" orient="horz" pos="576">
          <p15:clr>
            <a:srgbClr val="FBAE40"/>
          </p15:clr>
        </p15:guide>
        <p15:guide id="6" orient="horz" pos="168">
          <p15:clr>
            <a:srgbClr val="FBAE40"/>
          </p15:clr>
        </p15:guide>
        <p15:guide id="7" orient="horz" pos="954">
          <p15:clr>
            <a:srgbClr val="FBAE40"/>
          </p15:clr>
        </p15:guide>
        <p15:guide id="8" orient="horz" pos="4080">
          <p15:clr>
            <a:srgbClr val="FBAE40"/>
          </p15:clr>
        </p15:guide>
        <p15:guide id="9" pos="360">
          <p15:clr>
            <a:srgbClr val="FBAE40"/>
          </p15:clr>
        </p15:guide>
        <p15:guide id="10" orient="horz" pos="3960">
          <p15:clr>
            <a:srgbClr val="FBAE40"/>
          </p15:clr>
        </p15:guide>
        <p15:guide id="11" orient="horz" pos="3792">
          <p15:clr>
            <a:srgbClr val="FBAE40"/>
          </p15:clr>
        </p15:guide>
        <p15:guide id="12" pos="732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-60-90 Table">
  <p:cSld name="30-60-90 Table"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5"/>
          <p:cNvSpPr txBox="1">
            <a:spLocks noGrp="1"/>
          </p:cNvSpPr>
          <p:nvPr>
            <p:ph type="title"/>
          </p:nvPr>
        </p:nvSpPr>
        <p:spPr>
          <a:xfrm>
            <a:off x="2558374" y="374904"/>
            <a:ext cx="8532667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venir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75"/>
          <p:cNvSpPr/>
          <p:nvPr/>
        </p:nvSpPr>
        <p:spPr>
          <a:xfrm>
            <a:off x="0" y="371475"/>
            <a:ext cx="231494" cy="3968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75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75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801" name="Google Shape;801;p75"/>
          <p:cNvGraphicFramePr/>
          <p:nvPr/>
        </p:nvGraphicFramePr>
        <p:xfrm>
          <a:off x="231494" y="914400"/>
          <a:ext cx="11731900" cy="5687550"/>
        </p:xfrm>
        <a:graphic>
          <a:graphicData uri="http://schemas.openxmlformats.org/drawingml/2006/table">
            <a:tbl>
              <a:tblPr firstRow="1" bandRow="1">
                <a:noFill/>
                <a:tableStyleId>{EEF34112-2CC8-4503-B581-0E448D1F8F8E}</a:tableStyleId>
              </a:tblPr>
              <a:tblGrid>
                <a:gridCol w="586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i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D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i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D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endParaRPr sz="1300" b="1" i="0" cap="non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i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2" name="Google Shape;802;p75"/>
          <p:cNvSpPr txBox="1">
            <a:spLocks noGrp="1"/>
          </p:cNvSpPr>
          <p:nvPr>
            <p:ph type="body" idx="1"/>
          </p:nvPr>
        </p:nvSpPr>
        <p:spPr>
          <a:xfrm>
            <a:off x="228600" y="1208475"/>
            <a:ext cx="5867397" cy="255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73150" rIns="137150" bIns="7315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Char char="⎯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8257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50"/>
              <a:buChar char="⚬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venir"/>
              <a:buNone/>
              <a:defRPr sz="105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venir"/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3" name="Google Shape;803;p75"/>
          <p:cNvSpPr txBox="1">
            <a:spLocks noGrp="1"/>
          </p:cNvSpPr>
          <p:nvPr>
            <p:ph type="body" idx="2"/>
          </p:nvPr>
        </p:nvSpPr>
        <p:spPr>
          <a:xfrm>
            <a:off x="6096001" y="1212851"/>
            <a:ext cx="5867399" cy="254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73150" rIns="137150" bIns="7315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Char char="⎯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8257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50"/>
              <a:buChar char="⚬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venir"/>
              <a:buNone/>
              <a:defRPr sz="105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venir"/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4" name="Google Shape;804;p75"/>
          <p:cNvSpPr txBox="1">
            <a:spLocks noGrp="1"/>
          </p:cNvSpPr>
          <p:nvPr>
            <p:ph type="body" idx="3"/>
          </p:nvPr>
        </p:nvSpPr>
        <p:spPr>
          <a:xfrm>
            <a:off x="228600" y="4059936"/>
            <a:ext cx="5867397" cy="254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73150" rIns="137150" bIns="7315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Char char="⎯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8257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50"/>
              <a:buChar char="⚬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venir"/>
              <a:buNone/>
              <a:defRPr sz="105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venir"/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5" name="Google Shape;805;p75"/>
          <p:cNvSpPr txBox="1">
            <a:spLocks noGrp="1"/>
          </p:cNvSpPr>
          <p:nvPr>
            <p:ph type="body" idx="4"/>
          </p:nvPr>
        </p:nvSpPr>
        <p:spPr>
          <a:xfrm>
            <a:off x="6096001" y="4059936"/>
            <a:ext cx="5867399" cy="254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73150" rIns="137150" bIns="7315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Char char="⎯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8257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50"/>
              <a:buChar char="⚬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venir"/>
              <a:buNone/>
              <a:defRPr sz="105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venir"/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6" name="Google Shape;806;p75"/>
          <p:cNvSpPr txBox="1">
            <a:spLocks noGrp="1"/>
          </p:cNvSpPr>
          <p:nvPr>
            <p:ph type="body" idx="5"/>
          </p:nvPr>
        </p:nvSpPr>
        <p:spPr>
          <a:xfrm>
            <a:off x="228601" y="914400"/>
            <a:ext cx="5867396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7" name="Google Shape;807;p75"/>
          <p:cNvSpPr txBox="1">
            <a:spLocks noGrp="1"/>
          </p:cNvSpPr>
          <p:nvPr>
            <p:ph type="body" idx="6"/>
          </p:nvPr>
        </p:nvSpPr>
        <p:spPr>
          <a:xfrm>
            <a:off x="6096000" y="922921"/>
            <a:ext cx="5864506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8" name="Google Shape;808;p75"/>
          <p:cNvSpPr txBox="1">
            <a:spLocks noGrp="1"/>
          </p:cNvSpPr>
          <p:nvPr>
            <p:ph type="body" idx="7"/>
          </p:nvPr>
        </p:nvSpPr>
        <p:spPr>
          <a:xfrm>
            <a:off x="228600" y="3763632"/>
            <a:ext cx="58674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9" name="Google Shape;809;p75"/>
          <p:cNvSpPr txBox="1"/>
          <p:nvPr/>
        </p:nvSpPr>
        <p:spPr>
          <a:xfrm>
            <a:off x="6096000" y="3757937"/>
            <a:ext cx="5870448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RISKS / CONCERNS</a:t>
            </a:r>
            <a:endParaRPr/>
          </a:p>
        </p:txBody>
      </p:sp>
      <p:sp>
        <p:nvSpPr>
          <p:cNvPr id="810" name="Google Shape;810;p75"/>
          <p:cNvSpPr txBox="1"/>
          <p:nvPr/>
        </p:nvSpPr>
        <p:spPr>
          <a:xfrm>
            <a:off x="571500" y="371474"/>
            <a:ext cx="1986874" cy="39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30-60-90 </a:t>
            </a:r>
            <a:r>
              <a:rPr lang="en-US" sz="3000" b="0" i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|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764">
          <p15:clr>
            <a:srgbClr val="FBAE40"/>
          </p15:clr>
        </p15:guide>
        <p15:guide id="3" pos="144">
          <p15:clr>
            <a:srgbClr val="FBAE40"/>
          </p15:clr>
        </p15:guide>
        <p15:guide id="4" pos="7536">
          <p15:clr>
            <a:srgbClr val="FBAE40"/>
          </p15:clr>
        </p15:guide>
        <p15:guide id="5" orient="horz" pos="576">
          <p15:clr>
            <a:srgbClr val="FBAE40"/>
          </p15:clr>
        </p15:guide>
        <p15:guide id="6" orient="horz" pos="234">
          <p15:clr>
            <a:srgbClr val="FBAE40"/>
          </p15:clr>
        </p15:guide>
        <p15:guide id="7" orient="horz" pos="2368">
          <p15:clr>
            <a:srgbClr val="FBAE40"/>
          </p15:clr>
        </p15:guide>
        <p15:guide id="8" orient="horz" pos="4152">
          <p15:clr>
            <a:srgbClr val="FBAE40"/>
          </p15:clr>
        </p15:guide>
        <p15:guide id="9" pos="360">
          <p15:clr>
            <a:srgbClr val="FBAE40"/>
          </p15:clr>
        </p15:guide>
        <p15:guide id="10" orient="horz" pos="360">
          <p15:clr>
            <a:srgbClr val="FBAE40"/>
          </p15:clr>
        </p15:guide>
        <p15:guide id="11" orient="horz" pos="484">
          <p15:clr>
            <a:srgbClr val="FBAE40"/>
          </p15:clr>
        </p15:guide>
        <p15:guide id="12" orient="horz" pos="2556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-60-90 Table + Logo">
  <p:cSld name="30-60-90 Table + Logo"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2" name="Google Shape;812;p76"/>
          <p:cNvGraphicFramePr/>
          <p:nvPr/>
        </p:nvGraphicFramePr>
        <p:xfrm>
          <a:off x="231494" y="914400"/>
          <a:ext cx="11731900" cy="5105400"/>
        </p:xfrm>
        <a:graphic>
          <a:graphicData uri="http://schemas.openxmlformats.org/drawingml/2006/table">
            <a:tbl>
              <a:tblPr firstRow="1" bandRow="1">
                <a:noFill/>
                <a:tableStyleId>{EEF34112-2CC8-4503-B581-0E448D1F8F8E}</a:tableStyleId>
              </a:tblPr>
              <a:tblGrid>
                <a:gridCol w="586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9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i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D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i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D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endParaRPr sz="1300" b="1" i="0" cap="non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i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13" name="Google Shape;813;p76"/>
          <p:cNvSpPr txBox="1">
            <a:spLocks noGrp="1"/>
          </p:cNvSpPr>
          <p:nvPr>
            <p:ph type="body" idx="1"/>
          </p:nvPr>
        </p:nvSpPr>
        <p:spPr>
          <a:xfrm>
            <a:off x="228600" y="1222375"/>
            <a:ext cx="5867397" cy="2245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73150" rIns="137150" bIns="7315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Char char="⎯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8257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50"/>
              <a:buChar char="⚬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venir"/>
              <a:buNone/>
              <a:defRPr sz="105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venir"/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4" name="Google Shape;814;p76"/>
          <p:cNvSpPr txBox="1">
            <a:spLocks noGrp="1"/>
          </p:cNvSpPr>
          <p:nvPr>
            <p:ph type="title"/>
          </p:nvPr>
        </p:nvSpPr>
        <p:spPr>
          <a:xfrm>
            <a:off x="2558374" y="374904"/>
            <a:ext cx="8532667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venir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76"/>
          <p:cNvSpPr/>
          <p:nvPr/>
        </p:nvSpPr>
        <p:spPr>
          <a:xfrm>
            <a:off x="0" y="371475"/>
            <a:ext cx="231494" cy="3968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76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76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8" name="Google Shape;818;p76"/>
          <p:cNvSpPr txBox="1">
            <a:spLocks noGrp="1"/>
          </p:cNvSpPr>
          <p:nvPr>
            <p:ph type="body" idx="2"/>
          </p:nvPr>
        </p:nvSpPr>
        <p:spPr>
          <a:xfrm>
            <a:off x="6096001" y="1181101"/>
            <a:ext cx="5867399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73150" rIns="137150" bIns="7315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Char char="⎯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8257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50"/>
              <a:buChar char="⚬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venir"/>
              <a:buNone/>
              <a:defRPr sz="105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venir"/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9" name="Google Shape;819;p76"/>
          <p:cNvSpPr txBox="1">
            <a:spLocks noGrp="1"/>
          </p:cNvSpPr>
          <p:nvPr>
            <p:ph type="body" idx="3"/>
          </p:nvPr>
        </p:nvSpPr>
        <p:spPr>
          <a:xfrm>
            <a:off x="228600" y="3775597"/>
            <a:ext cx="5867397" cy="2251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73150" rIns="137150" bIns="7315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Char char="⎯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8257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50"/>
              <a:buChar char="⚬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venir"/>
              <a:buNone/>
              <a:defRPr sz="105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venir"/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0" name="Google Shape;820;p76"/>
          <p:cNvSpPr txBox="1">
            <a:spLocks noGrp="1"/>
          </p:cNvSpPr>
          <p:nvPr>
            <p:ph type="body" idx="4"/>
          </p:nvPr>
        </p:nvSpPr>
        <p:spPr>
          <a:xfrm>
            <a:off x="6096001" y="3771900"/>
            <a:ext cx="5867399" cy="22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73150" rIns="137150" bIns="7315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Char char="⎯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8257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50"/>
              <a:buChar char="⚬"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venir"/>
              <a:buNone/>
              <a:defRPr sz="105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venir"/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1" name="Google Shape;821;p76"/>
          <p:cNvSpPr txBox="1">
            <a:spLocks noGrp="1"/>
          </p:cNvSpPr>
          <p:nvPr>
            <p:ph type="body" idx="5"/>
          </p:nvPr>
        </p:nvSpPr>
        <p:spPr>
          <a:xfrm>
            <a:off x="228601" y="913250"/>
            <a:ext cx="5867396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2" name="Google Shape;822;p76"/>
          <p:cNvSpPr txBox="1">
            <a:spLocks noGrp="1"/>
          </p:cNvSpPr>
          <p:nvPr>
            <p:ph type="body" idx="6"/>
          </p:nvPr>
        </p:nvSpPr>
        <p:spPr>
          <a:xfrm>
            <a:off x="6096000" y="922921"/>
            <a:ext cx="5864506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3" name="Google Shape;823;p76"/>
          <p:cNvSpPr txBox="1">
            <a:spLocks noGrp="1"/>
          </p:cNvSpPr>
          <p:nvPr>
            <p:ph type="body" idx="7"/>
          </p:nvPr>
        </p:nvSpPr>
        <p:spPr>
          <a:xfrm>
            <a:off x="228600" y="3467876"/>
            <a:ext cx="58674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4" name="Google Shape;824;p76"/>
          <p:cNvSpPr txBox="1"/>
          <p:nvPr/>
        </p:nvSpPr>
        <p:spPr>
          <a:xfrm>
            <a:off x="6096000" y="3449780"/>
            <a:ext cx="5870448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RISKS / CONCERNS</a:t>
            </a:r>
            <a:endParaRPr/>
          </a:p>
        </p:txBody>
      </p:sp>
      <p:sp>
        <p:nvSpPr>
          <p:cNvPr id="825" name="Google Shape;825;p76"/>
          <p:cNvSpPr txBox="1"/>
          <p:nvPr/>
        </p:nvSpPr>
        <p:spPr>
          <a:xfrm>
            <a:off x="571500" y="371474"/>
            <a:ext cx="1986874" cy="39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30-60-90 </a:t>
            </a:r>
            <a:r>
              <a:rPr lang="en-US" sz="3000" b="0" i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|</a:t>
            </a:r>
            <a:endParaRPr/>
          </a:p>
        </p:txBody>
      </p:sp>
      <p:sp>
        <p:nvSpPr>
          <p:cNvPr id="826" name="Google Shape;826;p76"/>
          <p:cNvSpPr txBox="1">
            <a:spLocks noGrp="1"/>
          </p:cNvSpPr>
          <p:nvPr>
            <p:ph type="body" idx="8"/>
          </p:nvPr>
        </p:nvSpPr>
        <p:spPr>
          <a:xfrm>
            <a:off x="2258568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27" name="Google Shape;827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44">
          <p15:clr>
            <a:srgbClr val="FBAE40"/>
          </p15:clr>
        </p15:guide>
        <p15:guide id="3" pos="7536">
          <p15:clr>
            <a:srgbClr val="FBAE40"/>
          </p15:clr>
        </p15:guide>
        <p15:guide id="4" orient="horz" pos="576">
          <p15:clr>
            <a:srgbClr val="FBAE40"/>
          </p15:clr>
        </p15:guide>
        <p15:guide id="5" orient="horz" pos="234">
          <p15:clr>
            <a:srgbClr val="FBAE40"/>
          </p15:clr>
        </p15:guide>
        <p15:guide id="6" orient="horz" pos="2184">
          <p15:clr>
            <a:srgbClr val="FBAE40"/>
          </p15:clr>
        </p15:guide>
        <p15:guide id="7" orient="horz" pos="4080">
          <p15:clr>
            <a:srgbClr val="FBAE40"/>
          </p15:clr>
        </p15:guide>
        <p15:guide id="8" pos="360">
          <p15:clr>
            <a:srgbClr val="FBAE40"/>
          </p15:clr>
        </p15:guide>
        <p15:guide id="9" orient="horz" pos="360">
          <p15:clr>
            <a:srgbClr val="FBAE40"/>
          </p15:clr>
        </p15:guide>
        <p15:guide id="10" orient="horz" pos="484">
          <p15:clr>
            <a:srgbClr val="FBAE40"/>
          </p15:clr>
        </p15:guide>
        <p15:guide id="11" orient="horz" pos="2376">
          <p15:clr>
            <a:srgbClr val="FBAE40"/>
          </p15:clr>
        </p15:guide>
        <p15:guide id="12" orient="horz" pos="3792">
          <p15:clr>
            <a:srgbClr val="FBAE40"/>
          </p15:clr>
        </p15:guide>
        <p15:guide id="13" orient="horz" pos="396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Blank with Logo">
  <p:cSld name="Title Blank with Logo">
    <p:bg>
      <p:bgPr>
        <a:solidFill>
          <a:schemeClr val="lt1"/>
        </a:solidFill>
        <a:effectLst/>
      </p:bgPr>
    </p:bg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7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1" name="Google Shape;831;p77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77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3" name="Google Shape;833;p77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77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695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4080">
          <p15:clr>
            <a:srgbClr val="FBAE40"/>
          </p15:clr>
        </p15:guide>
        <p15:guide id="3" orient="horz" pos="3960">
          <p15:clr>
            <a:srgbClr val="FBAE40"/>
          </p15:clr>
        </p15:guide>
        <p15:guide id="4" pos="360">
          <p15:clr>
            <a:srgbClr val="FBAE40"/>
          </p15:clr>
        </p15:guide>
        <p15:guide id="5" pos="7320">
          <p15:clr>
            <a:srgbClr val="FBAE40"/>
          </p15:clr>
        </p15:guide>
        <p15:guide id="6" orient="horz" pos="3792">
          <p15:clr>
            <a:srgbClr val="FBAE40"/>
          </p15:clr>
        </p15:guide>
        <p15:guide id="7" orient="horz" pos="992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Blank with Logo Indigo">
  <p:cSld name="Title Blank with Logo Indigo">
    <p:bg>
      <p:bgPr>
        <a:solidFill>
          <a:schemeClr val="accent2"/>
        </a:solidFill>
        <a:effectLst/>
      </p:bgPr>
    </p:bg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8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8EC0"/>
              </a:buClr>
              <a:buSzPts val="900"/>
              <a:buFont typeface="Avenir"/>
              <a:buNone/>
              <a:defRPr sz="900" b="0" i="0">
                <a:solidFill>
                  <a:srgbClr val="FD8EC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37" name="Google Shape;837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6072" y="620877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78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78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0" name="Google Shape;840;p78"/>
          <p:cNvSpPr/>
          <p:nvPr/>
        </p:nvSpPr>
        <p:spPr>
          <a:xfrm>
            <a:off x="0" y="571500"/>
            <a:ext cx="231494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78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695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venir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6">
          <p15:clr>
            <a:srgbClr val="FBAE40"/>
          </p15:clr>
        </p15:guide>
        <p15:guide id="2" orient="horz" pos="4080">
          <p15:clr>
            <a:srgbClr val="FBAE40"/>
          </p15:clr>
        </p15:guide>
        <p15:guide id="3" orient="horz" pos="3960">
          <p15:clr>
            <a:srgbClr val="FBAE40"/>
          </p15:clr>
        </p15:guide>
        <p15:guide id="4" pos="360">
          <p15:clr>
            <a:srgbClr val="FBAE40"/>
          </p15:clr>
        </p15:guide>
        <p15:guide id="5" pos="7320">
          <p15:clr>
            <a:srgbClr val="FBAE40"/>
          </p15:clr>
        </p15:guide>
        <p15:guide id="6" orient="horz" pos="3792">
          <p15:clr>
            <a:srgbClr val="FBAE40"/>
          </p15:clr>
        </p15:guide>
        <p15:guide id="7" orient="horz" pos="99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Logo">
  <p:cSld name="Blank with Logo">
    <p:bg>
      <p:bgPr>
        <a:solidFill>
          <a:schemeClr val="lt1"/>
        </a:solidFill>
        <a:effectLst/>
      </p:bgPr>
    </p:bg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3" name="Google Shape;843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620893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79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E0148"/>
              </a:buClr>
              <a:buSzPts val="900"/>
              <a:buFont typeface="Avenir"/>
              <a:buNone/>
              <a:defRPr sz="900" b="0" i="0">
                <a:solidFill>
                  <a:srgbClr val="9E014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5" name="Google Shape;845;p79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79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080">
          <p15:clr>
            <a:srgbClr val="FBAE40"/>
          </p15:clr>
        </p15:guide>
        <p15:guide id="4" orient="horz" pos="3960">
          <p15:clr>
            <a:srgbClr val="FBAE40"/>
          </p15:clr>
        </p15:guide>
        <p15:guide id="5" pos="360">
          <p15:clr>
            <a:srgbClr val="FBAE40"/>
          </p15:clr>
        </p15:guide>
        <p15:guide id="6" pos="7320">
          <p15:clr>
            <a:srgbClr val="FBAE40"/>
          </p15:clr>
        </p15:guide>
        <p15:guide id="7" orient="horz" pos="3792">
          <p15:clr>
            <a:srgbClr val="FBAE40"/>
          </p15:clr>
        </p15:guide>
        <p15:guide id="8" orient="horz" pos="1368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Logo Indigo">
  <p:cSld name="Blank with Logo Indigo">
    <p:bg>
      <p:bgPr>
        <a:solidFill>
          <a:schemeClr val="accent2"/>
        </a:solidFill>
        <a:effectLst/>
      </p:bgPr>
    </p:bg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80"/>
          <p:cNvSpPr txBox="1">
            <a:spLocks noGrp="1"/>
          </p:cNvSpPr>
          <p:nvPr>
            <p:ph type="body" idx="1"/>
          </p:nvPr>
        </p:nvSpPr>
        <p:spPr>
          <a:xfrm>
            <a:off x="2254250" y="6286500"/>
            <a:ext cx="9372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8EC0"/>
              </a:buClr>
              <a:buSzPts val="900"/>
              <a:buFont typeface="Avenir"/>
              <a:buNone/>
              <a:defRPr sz="900" b="0" i="0">
                <a:solidFill>
                  <a:srgbClr val="FD8EC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⚬"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49" name="Google Shape;849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6072" y="6208776"/>
            <a:ext cx="1255335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80"/>
          <p:cNvSpPr/>
          <p:nvPr/>
        </p:nvSpPr>
        <p:spPr>
          <a:xfrm>
            <a:off x="11489870" y="443484"/>
            <a:ext cx="256032" cy="256032"/>
          </a:xfrm>
          <a:prstGeom prst="ellipse">
            <a:avLst/>
          </a:prstGeom>
          <a:solidFill>
            <a:srgbClr val="BAC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80"/>
          <p:cNvSpPr txBox="1">
            <a:spLocks noGrp="1"/>
          </p:cNvSpPr>
          <p:nvPr>
            <p:ph type="sldNum" idx="12"/>
          </p:nvPr>
        </p:nvSpPr>
        <p:spPr>
          <a:xfrm>
            <a:off x="11489870" y="4434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spcBef>
                <a:spcPts val="0"/>
              </a:spcBef>
              <a:buNone/>
              <a:defRPr sz="900" b="0" i="0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080">
          <p15:clr>
            <a:srgbClr val="FBAE40"/>
          </p15:clr>
        </p15:guide>
        <p15:guide id="4" orient="horz" pos="3960">
          <p15:clr>
            <a:srgbClr val="FBAE40"/>
          </p15:clr>
        </p15:guide>
        <p15:guide id="5" pos="360">
          <p15:clr>
            <a:srgbClr val="FBAE40"/>
          </p15:clr>
        </p15:guide>
        <p15:guide id="6" pos="7320">
          <p15:clr>
            <a:srgbClr val="FBAE40"/>
          </p15:clr>
        </p15:guide>
        <p15:guide id="7" orient="horz" pos="3792">
          <p15:clr>
            <a:srgbClr val="FBAE40"/>
          </p15:clr>
        </p15:guide>
        <p15:guide id="8" pos="6273">
          <p15:clr>
            <a:srgbClr val="FBAE40"/>
          </p15:clr>
        </p15:guide>
        <p15:guide id="9" pos="1351">
          <p15:clr>
            <a:srgbClr val="FBAE40"/>
          </p15:clr>
        </p15:guide>
        <p15:guide id="10" orient="horz" pos="1368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05032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53727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56879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95355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37178"/>
      </p:ext>
    </p:extLst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97114"/>
      </p:ext>
    </p:extLst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10748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25530"/>
      </p:ext>
    </p:extLst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71131"/>
      </p:ext>
    </p:extLst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611111"/>
      </p:ext>
    </p:extLst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947969"/>
      </p:ext>
    </p:extLst>
  </p:cSld>
  <p:clrMapOvr>
    <a:masterClrMapping/>
  </p:clrMapOvr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–Indigo Hexagon Bleed Opt 1">
  <p:cSld name="Title–Indigo Hexagon Bleed Opt 1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ctrTitle"/>
          </p:nvPr>
        </p:nvSpPr>
        <p:spPr>
          <a:xfrm>
            <a:off x="838199" y="3044663"/>
            <a:ext cx="7750176" cy="76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400"/>
              <a:buFont typeface="Avenir"/>
              <a:buNone/>
              <a:defRPr sz="5400" b="1" i="0">
                <a:solidFill>
                  <a:schemeClr val="accent4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838200" y="3946496"/>
            <a:ext cx="77501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venir"/>
              <a:buNone/>
              <a:defRPr sz="2000" b="1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○"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r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2"/>
          </p:nvPr>
        </p:nvSpPr>
        <p:spPr>
          <a:xfrm>
            <a:off x="838200" y="5081449"/>
            <a:ext cx="77501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 sz="1600" b="0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⎯"/>
              <a:defRPr>
                <a:solidFill>
                  <a:schemeClr val="lt1"/>
                </a:solidFill>
              </a:defRPr>
            </a:lvl2pPr>
            <a:lvl3pPr marL="1371600" lvl="2" indent="-30416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0"/>
              <a:buChar char="○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r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body" idx="3"/>
          </p:nvPr>
        </p:nvSpPr>
        <p:spPr>
          <a:xfrm>
            <a:off x="838199" y="5895196"/>
            <a:ext cx="7750176" cy="20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venir"/>
              <a:buNone/>
              <a:defRPr sz="900" b="0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⎯"/>
              <a:defRPr/>
            </a:lvl2pPr>
            <a:lvl3pPr marL="1371600" lvl="2" indent="-32575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Char char="○"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r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21625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venir"/>
              <a:buNone/>
              <a:defRPr sz="3000" b="1" i="0" u="none" strike="noStrike" cap="none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2" name="Google Shape;202;p12"/>
          <p:cNvSpPr txBox="1">
            <a:spLocks noGrp="1"/>
          </p:cNvSpPr>
          <p:nvPr>
            <p:ph type="body" idx="1"/>
          </p:nvPr>
        </p:nvSpPr>
        <p:spPr>
          <a:xfrm>
            <a:off x="571500" y="1524000"/>
            <a:ext cx="11049000" cy="447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TR"/>
              <a:buChar char="⎯"/>
              <a:defRPr sz="1400" b="0" i="0" u="none" strike="noStrike" cap="none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0416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TR"/>
              <a:buChar char="⚬"/>
              <a:defRPr sz="1400" b="0" i="0" u="none" strike="noStrike" cap="none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venir"/>
              <a:buNone/>
              <a:defRPr sz="1600" b="1" i="0" u="none" strike="noStrike" cap="none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venir"/>
              <a:buNone/>
              <a:defRPr sz="1400" b="0" i="1" u="none" strike="noStrike" cap="none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venir"/>
              <a:buNone/>
              <a:defRPr sz="1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4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3" name="Google Shape;203;p12"/>
          <p:cNvSpPr txBox="1">
            <a:spLocks noGrp="1"/>
          </p:cNvSpPr>
          <p:nvPr>
            <p:ph type="sldNum" idx="12"/>
          </p:nvPr>
        </p:nvSpPr>
        <p:spPr>
          <a:xfrm>
            <a:off x="11320272" y="576072"/>
            <a:ext cx="301752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04" name="Google Shape;204;p12"/>
          <p:cNvGrpSpPr/>
          <p:nvPr/>
        </p:nvGrpSpPr>
        <p:grpSpPr>
          <a:xfrm>
            <a:off x="0" y="-2971800"/>
            <a:ext cx="12192000" cy="1863223"/>
            <a:chOff x="0" y="-2600549"/>
            <a:chExt cx="12192000" cy="1863223"/>
          </a:xfrm>
        </p:grpSpPr>
        <p:grpSp>
          <p:nvGrpSpPr>
            <p:cNvPr id="205" name="Google Shape;205;p12"/>
            <p:cNvGrpSpPr/>
            <p:nvPr/>
          </p:nvGrpSpPr>
          <p:grpSpPr>
            <a:xfrm>
              <a:off x="0" y="-1571544"/>
              <a:ext cx="5797295" cy="834218"/>
              <a:chOff x="0" y="-1335075"/>
              <a:chExt cx="5797295" cy="834218"/>
            </a:xfrm>
          </p:grpSpPr>
          <p:sp>
            <p:nvSpPr>
              <p:cNvPr id="206" name="Google Shape;206;p12"/>
              <p:cNvSpPr/>
              <p:nvPr/>
            </p:nvSpPr>
            <p:spPr>
              <a:xfrm>
                <a:off x="487200" y="-962812"/>
                <a:ext cx="452647" cy="457200"/>
              </a:xfrm>
              <a:prstGeom prst="rect">
                <a:avLst/>
              </a:prstGeom>
              <a:solidFill>
                <a:srgbClr val="2FB1E6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#2FB1E6</a:t>
                </a:r>
                <a:endParaRPr/>
              </a:p>
            </p:txBody>
          </p:sp>
          <p:sp>
            <p:nvSpPr>
              <p:cNvPr id="207" name="Google Shape;207;p12"/>
              <p:cNvSpPr/>
              <p:nvPr/>
            </p:nvSpPr>
            <p:spPr>
              <a:xfrm>
                <a:off x="1099" y="-962812"/>
                <a:ext cx="452647" cy="457200"/>
              </a:xfrm>
              <a:prstGeom prst="rect">
                <a:avLst/>
              </a:prstGeom>
              <a:solidFill>
                <a:srgbClr val="0957BE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50" b="0" i="0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#0957BE</a:t>
                </a:r>
                <a:endParaRPr/>
              </a:p>
            </p:txBody>
          </p:sp>
          <p:sp>
            <p:nvSpPr>
              <p:cNvPr id="208" name="Google Shape;208;p12"/>
              <p:cNvSpPr/>
              <p:nvPr/>
            </p:nvSpPr>
            <p:spPr>
              <a:xfrm>
                <a:off x="1950479" y="-962812"/>
                <a:ext cx="452647" cy="457200"/>
              </a:xfrm>
              <a:prstGeom prst="rect">
                <a:avLst/>
              </a:prstGeom>
              <a:solidFill>
                <a:srgbClr val="5842D2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#5842D2</a:t>
                </a:r>
                <a:endParaRPr/>
              </a:p>
            </p:txBody>
          </p:sp>
          <p:sp>
            <p:nvSpPr>
              <p:cNvPr id="209" name="Google Shape;209;p12"/>
              <p:cNvSpPr/>
              <p:nvPr/>
            </p:nvSpPr>
            <p:spPr>
              <a:xfrm>
                <a:off x="1459825" y="-961715"/>
                <a:ext cx="457200" cy="460858"/>
              </a:xfrm>
              <a:prstGeom prst="rect">
                <a:avLst/>
              </a:prstGeom>
              <a:solidFill>
                <a:srgbClr val="33287C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#33287C</a:t>
                </a:r>
                <a:endParaRPr/>
              </a:p>
            </p:txBody>
          </p:sp>
          <p:sp>
            <p:nvSpPr>
              <p:cNvPr id="210" name="Google Shape;210;p12"/>
              <p:cNvSpPr/>
              <p:nvPr/>
            </p:nvSpPr>
            <p:spPr>
              <a:xfrm>
                <a:off x="973301" y="-962309"/>
                <a:ext cx="453070" cy="457200"/>
              </a:xfrm>
              <a:prstGeom prst="rect">
                <a:avLst/>
              </a:prstGeom>
              <a:solidFill>
                <a:srgbClr val="9BD7EE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#9BD7EE</a:t>
                </a:r>
                <a:endParaRPr/>
              </a:p>
            </p:txBody>
          </p:sp>
          <p:sp>
            <p:nvSpPr>
              <p:cNvPr id="211" name="Google Shape;211;p12"/>
              <p:cNvSpPr/>
              <p:nvPr/>
            </p:nvSpPr>
            <p:spPr>
              <a:xfrm>
                <a:off x="2922681" y="-964284"/>
                <a:ext cx="451224" cy="457200"/>
              </a:xfrm>
              <a:prstGeom prst="rect">
                <a:avLst/>
              </a:prstGeom>
              <a:solidFill>
                <a:srgbClr val="942859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#942859</a:t>
                </a:r>
                <a:endParaRPr/>
              </a:p>
            </p:txBody>
          </p:sp>
          <p:sp>
            <p:nvSpPr>
              <p:cNvPr id="212" name="Google Shape;212;p12"/>
              <p:cNvSpPr/>
              <p:nvPr/>
            </p:nvSpPr>
            <p:spPr>
              <a:xfrm>
                <a:off x="2436580" y="-962812"/>
                <a:ext cx="452647" cy="457200"/>
              </a:xfrm>
              <a:prstGeom prst="rect">
                <a:avLst/>
              </a:prstGeom>
              <a:solidFill>
                <a:srgbClr val="B8B2E4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#B8B2E4</a:t>
                </a:r>
                <a:endParaRPr/>
              </a:p>
            </p:txBody>
          </p:sp>
          <p:sp>
            <p:nvSpPr>
              <p:cNvPr id="213" name="Google Shape;213;p12"/>
              <p:cNvSpPr txBox="1"/>
              <p:nvPr/>
            </p:nvSpPr>
            <p:spPr>
              <a:xfrm>
                <a:off x="0" y="-1335075"/>
                <a:ext cx="107728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182875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Secondary Colors</a:t>
                </a:r>
                <a:endParaRPr/>
              </a:p>
            </p:txBody>
          </p:sp>
          <p:sp>
            <p:nvSpPr>
              <p:cNvPr id="214" name="Google Shape;214;p12"/>
              <p:cNvSpPr/>
              <p:nvPr/>
            </p:nvSpPr>
            <p:spPr>
              <a:xfrm>
                <a:off x="3407359" y="-964284"/>
                <a:ext cx="451224" cy="457200"/>
              </a:xfrm>
              <a:prstGeom prst="rect">
                <a:avLst/>
              </a:prstGeom>
              <a:solidFill>
                <a:srgbClr val="FD4497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#FD4497</a:t>
                </a:r>
                <a:endParaRPr/>
              </a:p>
            </p:txBody>
          </p:sp>
          <p:sp>
            <p:nvSpPr>
              <p:cNvPr id="215" name="Google Shape;215;p12"/>
              <p:cNvSpPr/>
              <p:nvPr/>
            </p:nvSpPr>
            <p:spPr>
              <a:xfrm>
                <a:off x="3892037" y="-964284"/>
                <a:ext cx="451224" cy="457200"/>
              </a:xfrm>
              <a:prstGeom prst="rect">
                <a:avLst/>
              </a:prstGeom>
              <a:solidFill>
                <a:srgbClr val="FCC1DC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#FCC1DC</a:t>
                </a:r>
                <a:endParaRPr/>
              </a:p>
            </p:txBody>
          </p:sp>
          <p:sp>
            <p:nvSpPr>
              <p:cNvPr id="216" name="Google Shape;216;p12"/>
              <p:cNvSpPr/>
              <p:nvPr/>
            </p:nvSpPr>
            <p:spPr>
              <a:xfrm>
                <a:off x="4376715" y="-964284"/>
                <a:ext cx="451224" cy="457200"/>
              </a:xfrm>
              <a:prstGeom prst="rect">
                <a:avLst/>
              </a:prstGeom>
              <a:solidFill>
                <a:srgbClr val="188478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#188478</a:t>
                </a:r>
                <a:endParaRPr/>
              </a:p>
            </p:txBody>
          </p:sp>
          <p:sp>
            <p:nvSpPr>
              <p:cNvPr id="217" name="Google Shape;217;p12"/>
              <p:cNvSpPr/>
              <p:nvPr/>
            </p:nvSpPr>
            <p:spPr>
              <a:xfrm>
                <a:off x="4861393" y="-964284"/>
                <a:ext cx="451224" cy="457200"/>
              </a:xfrm>
              <a:prstGeom prst="rect">
                <a:avLst/>
              </a:prstGeom>
              <a:solidFill>
                <a:srgbClr val="29E1CB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#29E1CB</a:t>
                </a:r>
                <a:endParaRPr/>
              </a:p>
            </p:txBody>
          </p:sp>
          <p:sp>
            <p:nvSpPr>
              <p:cNvPr id="218" name="Google Shape;218;p12"/>
              <p:cNvSpPr/>
              <p:nvPr/>
            </p:nvSpPr>
            <p:spPr>
              <a:xfrm>
                <a:off x="5346071" y="-964284"/>
                <a:ext cx="451224" cy="457200"/>
              </a:xfrm>
              <a:prstGeom prst="rect">
                <a:avLst/>
              </a:prstGeom>
              <a:solidFill>
                <a:srgbClr val="ADECE5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#ADECE5</a:t>
                </a:r>
                <a:endParaRPr/>
              </a:p>
            </p:txBody>
          </p:sp>
        </p:grpSp>
        <p:grpSp>
          <p:nvGrpSpPr>
            <p:cNvPr id="219" name="Google Shape;219;p12"/>
            <p:cNvGrpSpPr/>
            <p:nvPr/>
          </p:nvGrpSpPr>
          <p:grpSpPr>
            <a:xfrm>
              <a:off x="0" y="-2600549"/>
              <a:ext cx="1917025" cy="834218"/>
              <a:chOff x="0" y="-2506960"/>
              <a:chExt cx="1917025" cy="834218"/>
            </a:xfrm>
          </p:grpSpPr>
          <p:sp>
            <p:nvSpPr>
              <p:cNvPr id="220" name="Google Shape;220;p12"/>
              <p:cNvSpPr/>
              <p:nvPr/>
            </p:nvSpPr>
            <p:spPr>
              <a:xfrm>
                <a:off x="487200" y="-2134697"/>
                <a:ext cx="452647" cy="457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#001B5E</a:t>
                </a:r>
                <a:endParaRPr/>
              </a:p>
            </p:txBody>
          </p:sp>
          <p:sp>
            <p:nvSpPr>
              <p:cNvPr id="221" name="Google Shape;221;p12"/>
              <p:cNvSpPr/>
              <p:nvPr/>
            </p:nvSpPr>
            <p:spPr>
              <a:xfrm>
                <a:off x="1099" y="-2134697"/>
                <a:ext cx="452647" cy="457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50" b="0" i="0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#000334</a:t>
                </a:r>
                <a:endParaRPr/>
              </a:p>
            </p:txBody>
          </p:sp>
          <p:sp>
            <p:nvSpPr>
              <p:cNvPr id="222" name="Google Shape;222;p12"/>
              <p:cNvSpPr/>
              <p:nvPr/>
            </p:nvSpPr>
            <p:spPr>
              <a:xfrm>
                <a:off x="1459825" y="-2133600"/>
                <a:ext cx="457200" cy="46085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#FFFFFF</a:t>
                </a:r>
                <a:endParaRPr/>
              </a:p>
            </p:txBody>
          </p:sp>
          <p:sp>
            <p:nvSpPr>
              <p:cNvPr id="223" name="Google Shape;223;p12"/>
              <p:cNvSpPr/>
              <p:nvPr/>
            </p:nvSpPr>
            <p:spPr>
              <a:xfrm>
                <a:off x="973301" y="-2134194"/>
                <a:ext cx="453070" cy="4572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#52DAF2</a:t>
                </a:r>
                <a:endParaRPr/>
              </a:p>
            </p:txBody>
          </p:sp>
          <p:sp>
            <p:nvSpPr>
              <p:cNvPr id="224" name="Google Shape;224;p12"/>
              <p:cNvSpPr txBox="1"/>
              <p:nvPr/>
            </p:nvSpPr>
            <p:spPr>
              <a:xfrm>
                <a:off x="0" y="-2506960"/>
                <a:ext cx="91505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182875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Primary Colors</a:t>
                </a:r>
                <a:endParaRPr/>
              </a:p>
            </p:txBody>
          </p:sp>
        </p:grpSp>
        <p:grpSp>
          <p:nvGrpSpPr>
            <p:cNvPr id="225" name="Google Shape;225;p12"/>
            <p:cNvGrpSpPr/>
            <p:nvPr/>
          </p:nvGrpSpPr>
          <p:grpSpPr>
            <a:xfrm>
              <a:off x="6394705" y="-1571544"/>
              <a:ext cx="5797295" cy="834218"/>
              <a:chOff x="0" y="-1335075"/>
              <a:chExt cx="5797295" cy="834218"/>
            </a:xfrm>
          </p:grpSpPr>
          <p:sp>
            <p:nvSpPr>
              <p:cNvPr id="226" name="Google Shape;226;p12"/>
              <p:cNvSpPr/>
              <p:nvPr/>
            </p:nvSpPr>
            <p:spPr>
              <a:xfrm>
                <a:off x="487200" y="-962812"/>
                <a:ext cx="452647" cy="457200"/>
              </a:xfrm>
              <a:prstGeom prst="rect">
                <a:avLst/>
              </a:prstGeom>
              <a:solidFill>
                <a:srgbClr val="F3F5F8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#F3F5F8</a:t>
                </a:r>
                <a:endParaRPr/>
              </a:p>
            </p:txBody>
          </p:sp>
          <p:sp>
            <p:nvSpPr>
              <p:cNvPr id="227" name="Google Shape;227;p12"/>
              <p:cNvSpPr/>
              <p:nvPr/>
            </p:nvSpPr>
            <p:spPr>
              <a:xfrm>
                <a:off x="1099" y="-962812"/>
                <a:ext cx="452647" cy="457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50" b="0" i="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#FFFFFF</a:t>
                </a:r>
                <a:endParaRPr/>
              </a:p>
            </p:txBody>
          </p:sp>
          <p:sp>
            <p:nvSpPr>
              <p:cNvPr id="228" name="Google Shape;228;p12"/>
              <p:cNvSpPr/>
              <p:nvPr/>
            </p:nvSpPr>
            <p:spPr>
              <a:xfrm>
                <a:off x="1950479" y="-962812"/>
                <a:ext cx="452647" cy="457200"/>
              </a:xfrm>
              <a:prstGeom prst="rect">
                <a:avLst/>
              </a:prstGeom>
              <a:solidFill>
                <a:srgbClr val="CCD5E1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#CCD5E1</a:t>
                </a:r>
                <a:endParaRPr/>
              </a:p>
            </p:txBody>
          </p:sp>
          <p:sp>
            <p:nvSpPr>
              <p:cNvPr id="229" name="Google Shape;229;p12"/>
              <p:cNvSpPr/>
              <p:nvPr/>
            </p:nvSpPr>
            <p:spPr>
              <a:xfrm>
                <a:off x="1459825" y="-961715"/>
                <a:ext cx="457200" cy="460858"/>
              </a:xfrm>
              <a:prstGeom prst="rect">
                <a:avLst/>
              </a:prstGeom>
              <a:solidFill>
                <a:srgbClr val="D7DEE8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#D7DEE8</a:t>
                </a:r>
                <a:endParaRPr/>
              </a:p>
            </p:txBody>
          </p:sp>
          <p:sp>
            <p:nvSpPr>
              <p:cNvPr id="230" name="Google Shape;230;p12"/>
              <p:cNvSpPr/>
              <p:nvPr/>
            </p:nvSpPr>
            <p:spPr>
              <a:xfrm>
                <a:off x="973301" y="-962309"/>
                <a:ext cx="453070" cy="457200"/>
              </a:xfrm>
              <a:prstGeom prst="rect">
                <a:avLst/>
              </a:prstGeom>
              <a:solidFill>
                <a:srgbClr val="E5EAF0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#E5EAF0</a:t>
                </a:r>
                <a:endParaRPr/>
              </a:p>
            </p:txBody>
          </p:sp>
          <p:sp>
            <p:nvSpPr>
              <p:cNvPr id="231" name="Google Shape;231;p12"/>
              <p:cNvSpPr/>
              <p:nvPr/>
            </p:nvSpPr>
            <p:spPr>
              <a:xfrm>
                <a:off x="2922681" y="-964284"/>
                <a:ext cx="451224" cy="457200"/>
              </a:xfrm>
              <a:prstGeom prst="rect">
                <a:avLst/>
              </a:prstGeom>
              <a:solidFill>
                <a:srgbClr val="959BA3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#959BA3</a:t>
                </a:r>
                <a:endParaRPr/>
              </a:p>
            </p:txBody>
          </p:sp>
          <p:sp>
            <p:nvSpPr>
              <p:cNvPr id="232" name="Google Shape;232;p12"/>
              <p:cNvSpPr/>
              <p:nvPr/>
            </p:nvSpPr>
            <p:spPr>
              <a:xfrm>
                <a:off x="2436580" y="-962812"/>
                <a:ext cx="452647" cy="457200"/>
              </a:xfrm>
              <a:prstGeom prst="rect">
                <a:avLst/>
              </a:prstGeom>
              <a:solidFill>
                <a:srgbClr val="BAC2CC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#BAC2CC</a:t>
                </a:r>
                <a:endParaRPr/>
              </a:p>
            </p:txBody>
          </p:sp>
          <p:sp>
            <p:nvSpPr>
              <p:cNvPr id="233" name="Google Shape;233;p12"/>
              <p:cNvSpPr txBox="1"/>
              <p:nvPr/>
            </p:nvSpPr>
            <p:spPr>
              <a:xfrm>
                <a:off x="0" y="-1335075"/>
                <a:ext cx="89351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182875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Neutral Colors</a:t>
                </a:r>
                <a:endParaRPr/>
              </a:p>
            </p:txBody>
          </p:sp>
          <p:sp>
            <p:nvSpPr>
              <p:cNvPr id="234" name="Google Shape;234;p12"/>
              <p:cNvSpPr/>
              <p:nvPr/>
            </p:nvSpPr>
            <p:spPr>
              <a:xfrm>
                <a:off x="3407359" y="-964284"/>
                <a:ext cx="451224" cy="457200"/>
              </a:xfrm>
              <a:prstGeom prst="rect">
                <a:avLst/>
              </a:prstGeom>
              <a:solidFill>
                <a:srgbClr val="6F747A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#6F747A</a:t>
                </a:r>
                <a:endParaRPr/>
              </a:p>
            </p:txBody>
          </p:sp>
          <p:sp>
            <p:nvSpPr>
              <p:cNvPr id="235" name="Google Shape;235;p12"/>
              <p:cNvSpPr/>
              <p:nvPr/>
            </p:nvSpPr>
            <p:spPr>
              <a:xfrm>
                <a:off x="3892037" y="-964284"/>
                <a:ext cx="451224" cy="457200"/>
              </a:xfrm>
              <a:prstGeom prst="rect">
                <a:avLst/>
              </a:prstGeom>
              <a:solidFill>
                <a:srgbClr val="4A4D52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#4A4D52</a:t>
                </a:r>
                <a:endParaRPr/>
              </a:p>
            </p:txBody>
          </p:sp>
          <p:sp>
            <p:nvSpPr>
              <p:cNvPr id="236" name="Google Shape;236;p12"/>
              <p:cNvSpPr/>
              <p:nvPr/>
            </p:nvSpPr>
            <p:spPr>
              <a:xfrm>
                <a:off x="4376715" y="-964284"/>
                <a:ext cx="451224" cy="457200"/>
              </a:xfrm>
              <a:prstGeom prst="rect">
                <a:avLst/>
              </a:prstGeom>
              <a:solidFill>
                <a:srgbClr val="252729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#252729</a:t>
                </a:r>
                <a:endParaRPr/>
              </a:p>
            </p:txBody>
          </p:sp>
          <p:sp>
            <p:nvSpPr>
              <p:cNvPr id="237" name="Google Shape;237;p12"/>
              <p:cNvSpPr/>
              <p:nvPr/>
            </p:nvSpPr>
            <p:spPr>
              <a:xfrm>
                <a:off x="4861393" y="-964284"/>
                <a:ext cx="451224" cy="457200"/>
              </a:xfrm>
              <a:prstGeom prst="rect">
                <a:avLst/>
              </a:prstGeom>
              <a:solidFill>
                <a:srgbClr val="131314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#131314</a:t>
                </a:r>
                <a:endParaRPr/>
              </a:p>
            </p:txBody>
          </p:sp>
          <p:sp>
            <p:nvSpPr>
              <p:cNvPr id="238" name="Google Shape;238;p12"/>
              <p:cNvSpPr/>
              <p:nvPr/>
            </p:nvSpPr>
            <p:spPr>
              <a:xfrm>
                <a:off x="5346071" y="-964284"/>
                <a:ext cx="451224" cy="457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0" tIns="0" rIns="0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650"/>
                  <a:buFont typeface="Avenir"/>
                  <a:buNone/>
                </a:pPr>
                <a:r>
                  <a:rPr lang="en-US" sz="650" b="0" i="0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#000000</a:t>
                </a:r>
                <a:endParaRPr/>
              </a:p>
            </p:txBody>
          </p:sp>
        </p:grp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  <p:sldLayoutId id="2147483700" r:id="rId29"/>
    <p:sldLayoutId id="2147483701" r:id="rId30"/>
    <p:sldLayoutId id="2147483702" r:id="rId31"/>
    <p:sldLayoutId id="2147483703" r:id="rId32"/>
    <p:sldLayoutId id="2147483704" r:id="rId33"/>
    <p:sldLayoutId id="2147483705" r:id="rId34"/>
    <p:sldLayoutId id="2147483706" r:id="rId35"/>
    <p:sldLayoutId id="2147483707" r:id="rId36"/>
    <p:sldLayoutId id="2147483708" r:id="rId37"/>
    <p:sldLayoutId id="2147483709" r:id="rId38"/>
    <p:sldLayoutId id="2147483710" r:id="rId39"/>
    <p:sldLayoutId id="2147483711" r:id="rId40"/>
    <p:sldLayoutId id="2147483712" r:id="rId41"/>
    <p:sldLayoutId id="2147483713" r:id="rId42"/>
    <p:sldLayoutId id="2147483714" r:id="rId43"/>
    <p:sldLayoutId id="2147483715" r:id="rId44"/>
    <p:sldLayoutId id="2147483716" r:id="rId45"/>
    <p:sldLayoutId id="2147483717" r:id="rId46"/>
    <p:sldLayoutId id="2147483718" r:id="rId47"/>
    <p:sldLayoutId id="2147483719" r:id="rId4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000" b="0" i="0" u="none" strike="noStrike" cap="none">
          <a:solidFill>
            <a:srgbClr val="000000"/>
          </a:solidFill>
          <a:latin typeface="Avenir Next LT Pro Light" panose="020B0304020202020204" pitchFamily="34" charset="0"/>
          <a:ea typeface="Avenir Next LT Pro Light" panose="020B0304020202020204" pitchFamily="3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60">
          <p15:clr>
            <a:srgbClr val="F26B43"/>
          </p15:clr>
        </p15:guide>
        <p15:guide id="2" pos="7320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orient="horz" pos="3960">
          <p15:clr>
            <a:srgbClr val="F26B43"/>
          </p15:clr>
        </p15:guide>
        <p15:guide id="5" orient="horz" pos="360">
          <p15:clr>
            <a:srgbClr val="F26B43"/>
          </p15:clr>
        </p15:guide>
        <p15:guide id="6" orient="horz" pos="4080">
          <p15:clr>
            <a:srgbClr val="F26B43"/>
          </p15:clr>
        </p15:guide>
        <p15:guide id="7" orient="horz" pos="77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2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"/>
          <p:cNvSpPr txBox="1">
            <a:spLocks noGrp="1"/>
          </p:cNvSpPr>
          <p:nvPr>
            <p:ph type="ctrTitle"/>
          </p:nvPr>
        </p:nvSpPr>
        <p:spPr>
          <a:xfrm>
            <a:off x="714373" y="2331630"/>
            <a:ext cx="9637453" cy="706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85000"/>
              </a:lnSpc>
              <a:buClr>
                <a:srgbClr val="52DAF2"/>
              </a:buClr>
            </a:pPr>
            <a:r>
              <a:rPr lang="en-US" dirty="0">
                <a:solidFill>
                  <a:srgbClr val="001A5E"/>
                </a:solidFill>
                <a:latin typeface="Avenir Next LT Pro"/>
                <a:sym typeface="Avenir"/>
              </a:rPr>
              <a:t>EHI</a:t>
            </a:r>
            <a:r>
              <a:rPr lang="en-US" dirty="0">
                <a:solidFill>
                  <a:srgbClr val="001A5E"/>
                </a:solidFill>
                <a:latin typeface="Avenir Next LT Pro"/>
              </a:rPr>
              <a:t> Presentation </a:t>
            </a:r>
          </a:p>
        </p:txBody>
      </p:sp>
      <p:sp>
        <p:nvSpPr>
          <p:cNvPr id="857" name="Google Shape;857;p1"/>
          <p:cNvSpPr txBox="1">
            <a:spLocks noGrp="1"/>
          </p:cNvSpPr>
          <p:nvPr>
            <p:ph type="body" idx="1"/>
          </p:nvPr>
        </p:nvSpPr>
        <p:spPr>
          <a:xfrm>
            <a:off x="838200" y="4246760"/>
            <a:ext cx="77501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venir"/>
              <a:buNone/>
            </a:pPr>
            <a:r>
              <a:rPr lang="en-US" b="1" dirty="0">
                <a:solidFill>
                  <a:srgbClr val="001A5E"/>
                </a:solidFill>
                <a:latin typeface="Avenir Next LT Pro" panose="020B0504020202020204" pitchFamily="34" charset="0"/>
                <a:sym typeface="Avenir"/>
              </a:rPr>
              <a:t>Title: </a:t>
            </a:r>
            <a:endParaRPr lang="en-US" dirty="0">
              <a:solidFill>
                <a:srgbClr val="001A5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858" name="Google Shape;858;p1"/>
          <p:cNvSpPr txBox="1">
            <a:spLocks noGrp="1"/>
          </p:cNvSpPr>
          <p:nvPr>
            <p:ph type="body" idx="2"/>
          </p:nvPr>
        </p:nvSpPr>
        <p:spPr>
          <a:xfrm>
            <a:off x="838200" y="5130026"/>
            <a:ext cx="7750175" cy="55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</a:pPr>
            <a:r>
              <a:rPr lang="en-US" dirty="0">
                <a:solidFill>
                  <a:srgbClr val="001A5E"/>
                </a:solidFill>
                <a:latin typeface="Avenir Next LT Pro" panose="020B0504020202020204" pitchFamily="34" charset="0"/>
              </a:rPr>
              <a:t>Presenter Name, Title, Organization	</a:t>
            </a: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nir"/>
              <a:buNone/>
            </a:pPr>
            <a:r>
              <a:rPr lang="en-US" sz="1600" b="0" dirty="0">
                <a:solidFill>
                  <a:srgbClr val="001A5E"/>
                </a:solidFill>
                <a:latin typeface="Avenir Next LT Pro" panose="020B0504020202020204" pitchFamily="34" charset="0"/>
                <a:sym typeface="Avenir"/>
              </a:rPr>
              <a:t>Date</a:t>
            </a:r>
            <a:endParaRPr lang="en-US" dirty="0">
              <a:solidFill>
                <a:srgbClr val="001A5E"/>
              </a:solidFill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>
                <a:latin typeface="Avenir Next LT Pro" panose="020B0504020202020204" pitchFamily="34" charset="0"/>
              </a:rPr>
              <a:t>Overall EHI Pitch Format and Logistics </a:t>
            </a:r>
            <a:br>
              <a:rPr lang="en-US" dirty="0">
                <a:latin typeface="Avenir Next LT Pro" panose="020B0504020202020204" pitchFamily="34" charset="0"/>
              </a:rPr>
            </a:br>
            <a:endParaRPr lang="en-US" sz="2100" dirty="0">
              <a:solidFill>
                <a:schemeClr val="accent5">
                  <a:lumMod val="50000"/>
                </a:schemeClr>
              </a:solidFill>
              <a:latin typeface="Avenir Next LT Pro" panose="020B0504020202020204" pitchFamily="34" charset="0"/>
            </a:endParaRPr>
          </a:p>
        </p:txBody>
      </p:sp>
      <p:sp>
        <p:nvSpPr>
          <p:cNvPr id="875" name="Google Shape;875;p3"/>
          <p:cNvSpPr txBox="1">
            <a:spLocks noGrp="1"/>
          </p:cNvSpPr>
          <p:nvPr>
            <p:ph type="body" idx="3"/>
          </p:nvPr>
        </p:nvSpPr>
        <p:spPr>
          <a:xfrm>
            <a:off x="571500" y="1590675"/>
            <a:ext cx="11055350" cy="459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>
              <a:spcBef>
                <a:spcPts val="0"/>
              </a:spcBef>
              <a:buSzPts val="1400"/>
            </a:pPr>
            <a:r>
              <a:rPr lang="en-US" sz="2000" dirty="0">
                <a:latin typeface="Avenir Next LT Pro Light" panose="020B0304020202020204" pitchFamily="34" charset="0"/>
                <a:sym typeface="Avenir"/>
              </a:rPr>
              <a:t>EHI Pitches will be virtual. The link will be shared with proposers selected and scheduled for the pitch phase. </a:t>
            </a:r>
          </a:p>
          <a:p>
            <a:pPr marL="342900">
              <a:spcBef>
                <a:spcPts val="0"/>
              </a:spcBef>
              <a:buSzPts val="1400"/>
            </a:pPr>
            <a:r>
              <a:rPr lang="en-US" sz="2000" dirty="0">
                <a:latin typeface="Avenir Next LT Pro Light" panose="020B0304020202020204" pitchFamily="34" charset="0"/>
                <a:sym typeface="Avenir"/>
              </a:rPr>
              <a:t>The presentation may not exceed 8 minutes, followed by up to 12 minutes of discussion with the EHI team for Q/A. Back up slides can be included for </a:t>
            </a:r>
            <a:r>
              <a:rPr lang="en-US" sz="2000">
                <a:latin typeface="Avenir Next LT Pro Light" panose="020B0304020202020204" pitchFamily="34" charset="0"/>
                <a:sym typeface="Avenir"/>
              </a:rPr>
              <a:t>reference for </a:t>
            </a:r>
            <a:r>
              <a:rPr lang="en-US" sz="2000" dirty="0">
                <a:latin typeface="Avenir Next LT Pro Light" panose="020B0304020202020204" pitchFamily="34" charset="0"/>
                <a:sym typeface="Avenir"/>
              </a:rPr>
              <a:t>the discussion.   </a:t>
            </a:r>
          </a:p>
          <a:p>
            <a:pPr marL="342900">
              <a:spcBef>
                <a:spcPts val="0"/>
              </a:spcBef>
              <a:buSzPts val="1400"/>
            </a:pPr>
            <a:r>
              <a:rPr lang="en-US" sz="2000" dirty="0">
                <a:latin typeface="Avenir Next LT Pro Light" panose="020B0304020202020204" pitchFamily="34" charset="0"/>
              </a:rPr>
              <a:t>Slides should the following information:</a:t>
            </a:r>
            <a:endParaRPr lang="en-US" sz="2000" dirty="0">
              <a:latin typeface="Avenir Next LT Pro Light" panose="020B0304020202020204" pitchFamily="34" charset="0"/>
              <a:cs typeface="Arial"/>
            </a:endParaRPr>
          </a:p>
          <a:p>
            <a:pPr marL="742950" lvl="1" indent="-285750">
              <a:buSzPts val="1400"/>
            </a:pPr>
            <a:r>
              <a:rPr lang="en-US" sz="2000" dirty="0">
                <a:latin typeface="Avenir Next LT Pro Light" panose="020B0304020202020204" pitchFamily="34" charset="0"/>
              </a:rPr>
              <a:t>A technical summary of the research solution being proposed</a:t>
            </a:r>
          </a:p>
          <a:p>
            <a:pPr marL="742950" lvl="1" indent="-285750">
              <a:buSzPts val="1400"/>
            </a:pPr>
            <a:r>
              <a:rPr lang="en-US" sz="2000" dirty="0">
                <a:latin typeface="Avenir Next LT Pro Light" panose="020B0304020202020204" pitchFamily="34" charset="0"/>
              </a:rPr>
              <a:t>Why YOU should develop it</a:t>
            </a:r>
          </a:p>
          <a:p>
            <a:pPr marL="742950" lvl="1" indent="-285750">
              <a:buSzPts val="1400"/>
            </a:pPr>
            <a:r>
              <a:rPr lang="en-US" sz="2000" dirty="0">
                <a:latin typeface="Avenir Next LT Pro Light" panose="020B0304020202020204" pitchFamily="34" charset="0"/>
              </a:rPr>
              <a:t>Impact of your solution</a:t>
            </a:r>
          </a:p>
          <a:p>
            <a:pPr marL="742950" lvl="1" indent="-285750">
              <a:buSzPts val="1400"/>
            </a:pPr>
            <a:r>
              <a:rPr lang="en-US" sz="2000" dirty="0">
                <a:latin typeface="Avenir Next LT Pro Light" panose="020B0304020202020204" pitchFamily="34" charset="0"/>
              </a:rPr>
              <a:t>How EHI and ARPA-H will contribute to your success</a:t>
            </a:r>
          </a:p>
          <a:p>
            <a:pPr marL="342900">
              <a:buSzPts val="1400"/>
            </a:pPr>
            <a:endParaRPr lang="en-US" sz="2000" dirty="0">
              <a:latin typeface="Avenir Next LT Pro Light" panose="020B0304020202020204" pitchFamily="34" charset="0"/>
              <a:cs typeface="Arial"/>
            </a:endParaRPr>
          </a:p>
          <a:p>
            <a:pPr marL="0" indent="0">
              <a:buSzPts val="1400"/>
              <a:buNone/>
            </a:pPr>
            <a:endParaRPr lang="en-US" sz="2000" dirty="0">
              <a:latin typeface="Avenir Next LT Pro Light" panose="020B0304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</a:pPr>
            <a:endParaRPr lang="en-US" sz="2000" dirty="0">
              <a:latin typeface="Avenir Next LT Pro Light" panose="020B0304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</a:pPr>
            <a:endParaRPr lang="en-US" sz="2000" dirty="0">
              <a:latin typeface="Avenir Next LT Pro Light" panose="020B0304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</a:pPr>
            <a:endParaRPr sz="1800" dirty="0">
              <a:latin typeface="Avenir Next LT Pro Light" panose="020B03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+ Content Styles">
  <a:themeElements>
    <a:clrScheme name="ARPA-H">
      <a:dk1>
        <a:srgbClr val="131314"/>
      </a:dk1>
      <a:lt1>
        <a:srgbClr val="FFFFFF"/>
      </a:lt1>
      <a:dk2>
        <a:srgbClr val="5841D2"/>
      </a:dk2>
      <a:lt2>
        <a:srgbClr val="E5EAF0"/>
      </a:lt2>
      <a:accent1>
        <a:srgbClr val="959BA3"/>
      </a:accent1>
      <a:accent2>
        <a:srgbClr val="000334"/>
      </a:accent2>
      <a:accent3>
        <a:srgbClr val="001B5E"/>
      </a:accent3>
      <a:accent4>
        <a:srgbClr val="51DAF2"/>
      </a:accent4>
      <a:accent5>
        <a:srgbClr val="FD4497"/>
      </a:accent5>
      <a:accent6>
        <a:srgbClr val="28E1CB"/>
      </a:accent6>
      <a:hlink>
        <a:srgbClr val="0957BE"/>
      </a:hlink>
      <a:folHlink>
        <a:srgbClr val="2FB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D8CC5A73DADC4FAF8E43602075E951" ma:contentTypeVersion="11" ma:contentTypeDescription="Create a new document." ma:contentTypeScope="" ma:versionID="a9698c66a0189fffe88108b186d54016">
  <xsd:schema xmlns:xsd="http://www.w3.org/2001/XMLSchema" xmlns:xs="http://www.w3.org/2001/XMLSchema" xmlns:p="http://schemas.microsoft.com/office/2006/metadata/properties" xmlns:ns2="4daebf9f-332c-48e1-bad7-f5e56d7562ca" xmlns:ns3="69060c65-c0c8-4f5c-8474-2cd0bfb5ca65" targetNamespace="http://schemas.microsoft.com/office/2006/metadata/properties" ma:root="true" ma:fieldsID="354eff37cd661c477aa744cf470e3aef" ns2:_="" ns3:_="">
    <xsd:import namespace="4daebf9f-332c-48e1-bad7-f5e56d7562ca"/>
    <xsd:import namespace="69060c65-c0c8-4f5c-8474-2cd0bfb5ca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aebf9f-332c-48e1-bad7-f5e56d7562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ba3d992-a253-47c4-ad97-b3000a673b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60c65-c0c8-4f5c-8474-2cd0bfb5ca6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5d329f-d846-47c7-82dd-be5d79a5119d}" ma:internalName="TaxCatchAll" ma:showField="CatchAllData" ma:web="69060c65-c0c8-4f5c-8474-2cd0bfb5ca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4daebf9f-332c-48e1-bad7-f5e56d7562ca" xsi:nil="true"/>
    <lcf76f155ced4ddcb4097134ff3c332f xmlns="4daebf9f-332c-48e1-bad7-f5e56d7562ca">
      <Terms xmlns="http://schemas.microsoft.com/office/infopath/2007/PartnerControls"/>
    </lcf76f155ced4ddcb4097134ff3c332f>
    <TaxCatchAll xmlns="69060c65-c0c8-4f5c-8474-2cd0bfb5ca65" xsi:nil="true"/>
  </documentManagement>
</p:properties>
</file>

<file path=customXml/itemProps1.xml><?xml version="1.0" encoding="utf-8"?>
<ds:datastoreItem xmlns:ds="http://schemas.openxmlformats.org/officeDocument/2006/customXml" ds:itemID="{8D64CB3B-EFAF-4EE3-9EEE-F752D47620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EB133E-099F-4FD4-99BC-41EA4CA0C7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aebf9f-332c-48e1-bad7-f5e56d7562ca"/>
    <ds:schemaRef ds:uri="69060c65-c0c8-4f5c-8474-2cd0bfb5ca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CB43EC0-2CB0-48C4-9345-F581529B556C}">
  <ds:schemaRefs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metadata/properties"/>
    <ds:schemaRef ds:uri="7c47cd59-1649-4b60-9692-e2b8a609397e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d69a8611-b4f9-4725-9b17-df0f08a54f3b"/>
    <ds:schemaRef ds:uri="http://www.w3.org/XML/1998/namespace"/>
    <ds:schemaRef ds:uri="4daebf9f-332c-48e1-bad7-f5e56d7562ca"/>
    <ds:schemaRef ds:uri="69060c65-c0c8-4f5c-8474-2cd0bfb5ca65"/>
  </ds:schemaRefs>
</ds:datastoreItem>
</file>

<file path=docMetadata/LabelInfo.xml><?xml version="1.0" encoding="utf-8"?>
<clbl:labelList xmlns:clbl="http://schemas.microsoft.com/office/2020/mipLabelMetadata">
  <clbl:label id="{14b77578-9773-42d5-8507-251ca2dc2b06}" enabled="0" method="" siteId="{14b77578-9773-42d5-8507-251ca2dc2b06}" removed="1"/>
  <clbl:label id="{39403df3-4f99-429e-bcca-aef45d118c06}" enabled="1" method="Standard" siteId="{5685c435-011d-4ece-8236-5a545c0ff8a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110</Words>
  <Application>Microsoft Office PowerPoint</Application>
  <PresentationFormat>Widescreen</PresentationFormat>
  <Paragraphs>15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Avenir</vt:lpstr>
      <vt:lpstr>Avenir Next LT Pro</vt:lpstr>
      <vt:lpstr>Avenir Next LT Pro Light</vt:lpstr>
      <vt:lpstr>Calibri</vt:lpstr>
      <vt:lpstr>Calibri Light</vt:lpstr>
      <vt:lpstr>NTR</vt:lpstr>
      <vt:lpstr>Title + Content Styles</vt:lpstr>
      <vt:lpstr>Office 2013 - 2022 Theme</vt:lpstr>
      <vt:lpstr>EHI Presentation </vt:lpstr>
      <vt:lpstr>Overall EHI Pitch Format and Logistics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Pre-Award Pitch</dc:title>
  <dc:creator>Grace Rigdon (ARPA-H) [CTR]</dc:creator>
  <cp:lastModifiedBy>Grace Rigdon (ARPA-H) [CTR]</cp:lastModifiedBy>
  <cp:revision>2</cp:revision>
  <dcterms:created xsi:type="dcterms:W3CDTF">2024-06-05T11:57:36Z</dcterms:created>
  <dcterms:modified xsi:type="dcterms:W3CDTF">2026-09-04T03:36:57Z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Order">
    <vt:r8>258800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ContentTypeId">
    <vt:lpwstr>0x010100F9D8CC5A73DADC4FAF8E43602075E951</vt:lpwstr>
  </property>
</Properties>
</file>